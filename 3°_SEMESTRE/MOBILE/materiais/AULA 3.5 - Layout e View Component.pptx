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5n2WVX55O36/5CuBxzu4+Kp1b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3cfbdba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93cfbdba4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4c456d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Exemplo PointerEvents: </a:t>
            </a:r>
            <a:r>
              <a:rPr lang="en-US">
                <a:solidFill>
                  <a:schemeClr val="dk1"/>
                </a:solidFill>
              </a:rPr>
              <a:t>Você tem um card com vários botões, mas quer desativar o card inteiro temporariamente. Usar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pointerEvents="none"</a:t>
            </a:r>
            <a:r>
              <a:rPr lang="en-US">
                <a:solidFill>
                  <a:schemeClr val="dk1"/>
                </a:solidFill>
              </a:rPr>
              <a:t> na View pai resolve isso de uma vez.</a:t>
            </a:r>
            <a:endParaRPr/>
          </a:p>
        </p:txBody>
      </p:sp>
      <p:sp>
        <p:nvSpPr>
          <p:cNvPr id="119" name="Google Shape;119;g3c34c456d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7315d5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Exemplo PointerEvents: </a:t>
            </a:r>
            <a:r>
              <a:rPr lang="en-US">
                <a:solidFill>
                  <a:schemeClr val="dk1"/>
                </a:solidFill>
              </a:rPr>
              <a:t>Você tem um card com vários botões, mas quer desativar o card inteiro temporariamente. Usar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pointerEvents="none"</a:t>
            </a:r>
            <a:r>
              <a:rPr lang="en-US">
                <a:solidFill>
                  <a:schemeClr val="dk1"/>
                </a:solidFill>
              </a:rPr>
              <a:t> na View pai resolve isso de uma vez.</a:t>
            </a:r>
            <a:endParaRPr/>
          </a:p>
        </p:txBody>
      </p:sp>
      <p:sp>
        <p:nvSpPr>
          <p:cNvPr id="133" name="Google Shape;133;g3c77315d50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7315d50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Exemplo PointerEvents: </a:t>
            </a:r>
            <a:r>
              <a:rPr lang="en-US">
                <a:solidFill>
                  <a:schemeClr val="dk1"/>
                </a:solidFill>
              </a:rPr>
              <a:t>Você tem um card com vários botões, mas quer desativar o card inteiro temporariamente. Usar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pointerEvents="none"</a:t>
            </a:r>
            <a:r>
              <a:rPr lang="en-US">
                <a:solidFill>
                  <a:schemeClr val="dk1"/>
                </a:solidFill>
              </a:rPr>
              <a:t> na View pai resolve isso de uma vez.</a:t>
            </a:r>
            <a:endParaRPr/>
          </a:p>
        </p:txBody>
      </p:sp>
      <p:sp>
        <p:nvSpPr>
          <p:cNvPr id="147" name="Google Shape;147;g3c77315d505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77315d50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161" name="Google Shape;161;g3c77315d505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77315d50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175" name="Google Shape;175;g3c77315d505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3cf553fd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189" name="Google Shape;189;g393cf553fd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77315d50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203" name="Google Shape;203;g3c77315d505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77315d50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217" name="Google Shape;217;g3c77315d505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77315d50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227" name="Google Shape;227;g3c77315d505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3cfbdba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Exemplo PointerEvents: </a:t>
            </a:r>
            <a:r>
              <a:rPr lang="en-US">
                <a:solidFill>
                  <a:schemeClr val="dk1"/>
                </a:solidFill>
              </a:rPr>
              <a:t>Você tem um card com vários botões, mas quer desativar o card inteiro temporariamente. Usar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pointerEvents="none"</a:t>
            </a:r>
            <a:r>
              <a:rPr lang="en-US">
                <a:solidFill>
                  <a:schemeClr val="dk1"/>
                </a:solidFill>
              </a:rPr>
              <a:t> na View pai resolve isso de uma vez.</a:t>
            </a:r>
            <a:endParaRPr/>
          </a:p>
        </p:txBody>
      </p:sp>
      <p:sp>
        <p:nvSpPr>
          <p:cNvPr id="241" name="Google Shape;241;g393cfbdba4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3ca5777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255" name="Google Shape;255;g393ca57774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Flexbox layout &amp; View Component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Isadora Dias Afonso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51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Interpretar os requisitos do sistema, tendo em vista a elaboração dos componentes em ambiente mobile 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Definir os elementos de entrada, processamento e saída para a codificação das funcionalidades mobile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3cfbdba4f_0_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3cfbdba4f_0_1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93cfbdba4f_0_1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93cfbdba4f_0_13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11" name="Google Shape;111;g393cfbdba4f_0_1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93cfbdba4f_0_1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93cfbdba4f_0_13"/>
          <p:cNvSpPr txBox="1"/>
          <p:nvPr/>
        </p:nvSpPr>
        <p:spPr>
          <a:xfrm>
            <a:off x="2043300" y="1234158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93cfbdba4f_0_13"/>
          <p:cNvSpPr txBox="1"/>
          <p:nvPr/>
        </p:nvSpPr>
        <p:spPr>
          <a:xfrm>
            <a:off x="1685100" y="3533575"/>
            <a:ext cx="14999100" cy="53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Flexbox (ou Flexible Box Layout) é um modelo de layout unidimensional que revolucionou a forma como distribuímos elementos em uma tela.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Tudo no Flexbox gira em torno de dois eixos. No React Native, por padrão, o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eixo principal é vertical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, mas o conceito é o mesmo: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Main Axis (Eixo Principal): É a direção para onde os itens fluem.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Cross Axis (Eixo Transversal): É a direção perpendicular ao eixo principal.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93cfbdba4f_0_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93cfbdba4f_0_13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34c456d4f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34c456d4f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c34c456d4f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c34c456d4f_0_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25" name="Google Shape;125;g3c34c456d4f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c34c456d4f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c34c456d4f_0_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c34c456d4f_0_0"/>
          <p:cNvSpPr txBox="1"/>
          <p:nvPr/>
        </p:nvSpPr>
        <p:spPr>
          <a:xfrm>
            <a:off x="1685100" y="3533575"/>
            <a:ext cx="149991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View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é um dos componente fundamentais do React Native. Equivale a uma </a:t>
            </a:r>
            <a:r>
              <a:rPr b="1" lang="en-US" sz="2700">
                <a:solidFill>
                  <a:srgbClr val="EF4444"/>
                </a:solidFill>
              </a:rPr>
              <a:t>&lt;div&gt;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no HTML. Toda construção de layout começa por ela.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Principais Props: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style: estilização do componente;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acessible: agrupa todos os filhos do componente para leitores de tela;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pointerEvents: controla como a View reage ao toque do usuário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onLayout: função que retorna exatamente o tamanho e largura da tela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Entre outras…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Documentação disponível em: https://reactnative.dev/docs/view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c34c456d4f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c34c456d4f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Componentes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77315d505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77315d505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c77315d505_0_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c77315d505_0_4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39" name="Google Shape;139;g3c77315d505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c77315d505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c77315d505_0_4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 - flexDirection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c77315d505_0_4"/>
          <p:cNvSpPr txBox="1"/>
          <p:nvPr/>
        </p:nvSpPr>
        <p:spPr>
          <a:xfrm>
            <a:off x="1685100" y="3533575"/>
            <a:ext cx="14999100" cy="4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Como vimos anteriormente, o React Native utiliza 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Flexbox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para gerenciamento de layout portanto iremos testar diversas estilizações no componente view para o controle de layout.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Direcionamento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do Flexbox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: por padrão no react native a direção da Flexbox sempre será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column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diferente da web que é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row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Essa condição poder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á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ser alterada a partir da propriedade de estilo: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700"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2700">
                <a:solidFill>
                  <a:srgbClr val="EF4444"/>
                </a:solidFill>
              </a:rPr>
              <a:t>flexDirection: 'column ou row'</a:t>
            </a:r>
            <a:endParaRPr b="1" sz="4300">
              <a:solidFill>
                <a:srgbClr val="EF44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c77315d505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c77315d505_0_4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7315d505_0_6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77315d505_0_6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c77315d505_0_6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c77315d505_0_61"/>
          <p:cNvGrpSpPr/>
          <p:nvPr/>
        </p:nvGrpSpPr>
        <p:grpSpPr>
          <a:xfrm>
            <a:off x="1084900" y="3074761"/>
            <a:ext cx="16211658" cy="7299925"/>
            <a:chOff x="0" y="-38100"/>
            <a:chExt cx="4269709" cy="2000418"/>
          </a:xfrm>
        </p:grpSpPr>
        <p:sp>
          <p:nvSpPr>
            <p:cNvPr id="153" name="Google Shape;153;g3c77315d505_0_6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c77315d505_0_6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c77315d505_0_61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Eixos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77315d505_0_6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c77315d505_0_61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c77315d505_0_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2650" y="3324477"/>
            <a:ext cx="11922700" cy="6800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77315d505_0_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77315d505_0_3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c77315d505_0_3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c77315d505_0_31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67" name="Google Shape;167;g3c77315d505_0_3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c77315d505_0_3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c77315d505_0_31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 - justifyContent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c77315d505_0_31"/>
          <p:cNvSpPr txBox="1"/>
          <p:nvPr/>
        </p:nvSpPr>
        <p:spPr>
          <a:xfrm>
            <a:off x="1644450" y="3298488"/>
            <a:ext cx="14999100" cy="6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Controla a distribuição dos filhos ao longo do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 eixo principal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vertical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column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horizontal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row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conteúdo pode ser orientado a partir da propriedade de estilo: </a:t>
            </a:r>
            <a:r>
              <a:rPr b="1" lang="en-US" sz="2700">
                <a:solidFill>
                  <a:srgbClr val="EF4444"/>
                </a:solidFill>
              </a:rPr>
              <a:t>justifyContent: “ ”</a:t>
            </a:r>
            <a:endParaRPr b="1" sz="2700">
              <a:solidFill>
                <a:srgbClr val="EF4444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700">
                <a:solidFill>
                  <a:srgbClr val="EF4444"/>
                </a:solidFill>
              </a:rPr>
            </a:b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Existem diversas possibilidades dentro dessa propriedade: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flex-start: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itens no início (padrão);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flex-end: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 itens no final;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center: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itens centralizados;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space-between: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primeiro e último colados nas bordas, espaço entre os demais;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space-around: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espaço igual ao redor de cada item;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space-evenly: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 espaço idêntico entre todos os espaços.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c77315d505_0_3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c77315d505_0_31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7315d505_0_4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c77315d505_0_4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c77315d505_0_4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c77315d505_0_46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81" name="Google Shape;181;g3c77315d505_0_4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c77315d505_0_4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c77315d505_0_46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 - alignItems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c77315d505_0_46"/>
          <p:cNvSpPr txBox="1"/>
          <p:nvPr/>
        </p:nvSpPr>
        <p:spPr>
          <a:xfrm>
            <a:off x="1644450" y="3298488"/>
            <a:ext cx="14999100" cy="7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Controla a distribuição dos filhos ao longo do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 eixo transversal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horizontal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em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column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vertical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row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. Obs: o alignItems é aplicado ao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eixo oposto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ao flexDirection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conteúdo pode ser orientado a partir da propriedade de estilo: </a:t>
            </a:r>
            <a:r>
              <a:rPr b="1" lang="en-US" sz="2700">
                <a:solidFill>
                  <a:srgbClr val="EF4444"/>
                </a:solidFill>
              </a:rPr>
              <a:t>alignItems</a:t>
            </a:r>
            <a:r>
              <a:rPr b="1" lang="en-US" sz="2700">
                <a:solidFill>
                  <a:srgbClr val="EF4444"/>
                </a:solidFill>
              </a:rPr>
              <a:t>: “ ”</a:t>
            </a:r>
            <a:endParaRPr b="1" sz="2700">
              <a:solidFill>
                <a:srgbClr val="EF4444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700">
                <a:solidFill>
                  <a:srgbClr val="EF4444"/>
                </a:solidFill>
              </a:rPr>
            </a:b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Existem diversas possibilidades dentro dessa propriedade: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stretch: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itens esticam para ocupar toda a largura/altura do eixo (padrão);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flex-start: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alinha os itens no início do eixo transversal (cross axis);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flex-end: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alinha os itens no final do eixo transversal;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baseline: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itens alinhados pela linha de base do texto (o "pé" da letra);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center: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centraliza os itens no eixo transversal.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c77315d505_0_4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c77315d505_0_46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3cf553fdf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93cf553fdf_0_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93cf553fdf_0_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g393cf553fdf_0_3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195" name="Google Shape;195;g393cf553fdf_0_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93cf553fdf_0_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393cf553fdf_0_3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 - alignSelf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93cf553fdf_0_3"/>
          <p:cNvSpPr txBox="1"/>
          <p:nvPr/>
        </p:nvSpPr>
        <p:spPr>
          <a:xfrm>
            <a:off x="1644450" y="3298488"/>
            <a:ext cx="14999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Ele é utilizado em um elemento ind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idual, permitindo que o item específico ignore a regra geral do pai e tenha seu próprio alinhamento.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Sobrescreve os alinhamentos do alignItems;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Valores comuns: mesmos do alignItems.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93cf553fdf_0_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93cf553fdf_0_3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77315d505_0_1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c77315d505_0_12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c77315d505_0_12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g3c77315d505_0_122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09" name="Google Shape;209;g3c77315d505_0_12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c77315d505_0_12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c77315d505_0_122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c77315d505_0_12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c77315d505_0_122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77315d505_0_122"/>
          <p:cNvSpPr txBox="1"/>
          <p:nvPr/>
        </p:nvSpPr>
        <p:spPr>
          <a:xfrm>
            <a:off x="1644450" y="3298488"/>
            <a:ext cx="14999100" cy="5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 propriedade flex, vai nos ajudar a ajustar a proporção de espaço.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flex: 1: O item cresce o máximo possível para ocupar todo o espaço restante.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Pense no flex como uma fatia de pizza. Se você tem dois componentes em uma tela: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primeiro tem flex: 1.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segundo tem flex: 3.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 sistema soma os valores (1 + 3 = 4 fatias). O primeiro componente ficará com 1/4 da tela (25%) e o segundo ficará com 3/4 da tela (75%).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77315d505_0_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c77315d505_0_9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g3c77315d505_0_92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Flexbox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c77315d505_0_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c77315d505_0_92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c77315d505_0_92"/>
          <p:cNvPicPr preferRelativeResize="0"/>
          <p:nvPr/>
        </p:nvPicPr>
        <p:blipFill rotWithShape="1">
          <a:blip r:embed="rId5">
            <a:alphaModFix/>
          </a:blip>
          <a:srcRect b="4868" l="2205" r="2329" t="4823"/>
          <a:stretch/>
        </p:blipFill>
        <p:spPr>
          <a:xfrm>
            <a:off x="2965800" y="2283400"/>
            <a:ext cx="12356400" cy="7792800"/>
          </a:xfrm>
          <a:prstGeom prst="roundRect">
            <a:avLst>
              <a:gd fmla="val 348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77315d505_0_10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c77315d505_0_10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3c77315d505_0_10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2" name="Google Shape;232;g3c77315d505_0_108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33" name="Google Shape;233;g3c77315d505_0_10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c77315d505_0_10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g3c77315d505_0_108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Centralizando os itens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c77315d505_0_10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c77315d505_0_108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Controle de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c77315d505_0_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1685" y="4313848"/>
            <a:ext cx="12204600" cy="4278000"/>
          </a:xfrm>
          <a:prstGeom prst="roundRect">
            <a:avLst>
              <a:gd fmla="val 780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3cfbdba4f_0_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3cfbdba4f_0_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g393cfbdba4f_0_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6" name="Google Shape;246;g393cfbdba4f_0_3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47" name="Google Shape;247;g393cfbdba4f_0_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393cfbdba4f_0_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g393cfbdba4f_0_30"/>
          <p:cNvSpPr txBox="1"/>
          <p:nvPr/>
        </p:nvSpPr>
        <p:spPr>
          <a:xfrm>
            <a:off x="2043300" y="1253350"/>
            <a:ext cx="126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Scroll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93cfbdba4f_0_30"/>
          <p:cNvSpPr txBox="1"/>
          <p:nvPr/>
        </p:nvSpPr>
        <p:spPr>
          <a:xfrm>
            <a:off x="1685100" y="3533575"/>
            <a:ext cx="149991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27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View 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é um dos componente fundamentais do React Native. Equivale a uma </a:t>
            </a:r>
            <a:r>
              <a:rPr b="1" lang="en-US" sz="2700">
                <a:solidFill>
                  <a:srgbClr val="EF4444"/>
                </a:solidFill>
              </a:rPr>
              <a:t>&lt;div&gt;</a:t>
            </a: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 no HTML. Toda construção de layout começa por ela.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Principais Props: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style: estilização do componente;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acessible: agrupa todos os filhos do componente para leitores de tela;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pointerEvents: controla como a View reage ao toque do usuário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-4000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700"/>
              <a:buFont typeface="Poppins"/>
              <a:buChar char="●"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onLayout: função que retorna exatamente o tamanho e largura da tela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Entre outras…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Documentação disponível em: https://reactnative.dev/docs/view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g393cfbdba4f_0_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93cfbdba4f_0_3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Componentes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3ca577749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93ca577749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93ca577749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0" name="Google Shape;260;g393ca577749_0_0"/>
          <p:cNvGrpSpPr/>
          <p:nvPr/>
        </p:nvGrpSpPr>
        <p:grpSpPr>
          <a:xfrm>
            <a:off x="1038175" y="2987086"/>
            <a:ext cx="16211658" cy="7299925"/>
            <a:chOff x="0" y="-38100"/>
            <a:chExt cx="4269709" cy="2000418"/>
          </a:xfrm>
        </p:grpSpPr>
        <p:sp>
          <p:nvSpPr>
            <p:cNvPr id="261" name="Google Shape;261;g393ca577749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g393ca577749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g393ca577749_0_0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Hora da prática!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93ca577749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93ca577749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93ca577749_0_0"/>
          <p:cNvSpPr txBox="1"/>
          <p:nvPr/>
        </p:nvSpPr>
        <p:spPr>
          <a:xfrm>
            <a:off x="1644450" y="3298488"/>
            <a:ext cx="149991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oppins"/>
                <a:ea typeface="Poppins"/>
                <a:cs typeface="Poppins"/>
                <a:sym typeface="Poppins"/>
              </a:rPr>
              <a:t>No classroom terá uma lista de exercícios no qual vocês terão que criar layouts com caixas coloridas utilizando as Views e conceitos do Flexbox.</a:t>
            </a:r>
            <a:endParaRPr sz="2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g393ca577749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5188" y="4861575"/>
            <a:ext cx="8257626" cy="46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5" name="Google Shape;275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76" name="Google Shape;276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g3c1ef68f60b_0_174"/>
          <p:cNvSpPr txBox="1"/>
          <p:nvPr/>
        </p:nvSpPr>
        <p:spPr>
          <a:xfrm>
            <a:off x="1685075" y="3542151"/>
            <a:ext cx="14443800" cy="9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Docs.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Fundamentals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https://reactnative.dev/docs/intro-react 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90" name="Google Shape;290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1" name="Google Shape;291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93" name="Google Shape;293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96" name="Google Shape;296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99" name="Google Shape;299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1" name="Google Shape;301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Google Shape;302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03" name="Google Shape;30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