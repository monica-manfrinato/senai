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61" r:id="rId6"/>
    <p:sldId id="12766" r:id="rId7"/>
    <p:sldId id="12767" r:id="rId8"/>
    <p:sldId id="12768" r:id="rId9"/>
    <p:sldId id="12769" r:id="rId10"/>
    <p:sldId id="12770" r:id="rId11"/>
    <p:sldId id="12771" r:id="rId12"/>
    <p:sldId id="12772" r:id="rId13"/>
    <p:sldId id="12773" r:id="rId14"/>
    <p:sldId id="12774" r:id="rId15"/>
    <p:sldId id="12776" r:id="rId16"/>
    <p:sldId id="12783" r:id="rId17"/>
    <p:sldId id="12782" r:id="rId18"/>
    <p:sldId id="12763" r:id="rId19"/>
  </p:sldIdLst>
  <p:sldSz cx="18288000" cy="10287000"/>
  <p:notesSz cx="6858000" cy="9144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old" panose="00000800000000000000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E0334-12D8-4D8E-8A80-D85AFBF088F7}" v="30" dt="2025-08-19T15:47:5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so Rodrigo Giusti" userId="d1ac35f3-fe4c-48aa-ac28-902aa99f02c6" providerId="ADAL" clId="{B58E0334-12D8-4D8E-8A80-D85AFBF088F7}"/>
    <pc:docChg chg="undo custSel addSld delSld modSld">
      <pc:chgData name="Celso Rodrigo Giusti" userId="d1ac35f3-fe4c-48aa-ac28-902aa99f02c6" providerId="ADAL" clId="{B58E0334-12D8-4D8E-8A80-D85AFBF088F7}" dt="2025-08-21T10:49:46.771" v="2509" actId="20577"/>
      <pc:docMkLst>
        <pc:docMk/>
      </pc:docMkLst>
      <pc:sldChg chg="modSp mod">
        <pc:chgData name="Celso Rodrigo Giusti" userId="d1ac35f3-fe4c-48aa-ac28-902aa99f02c6" providerId="ADAL" clId="{B58E0334-12D8-4D8E-8A80-D85AFBF088F7}" dt="2025-08-18T12:06:55.666" v="239" actId="790"/>
        <pc:sldMkLst>
          <pc:docMk/>
          <pc:sldMk cId="0" sldId="256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56"/>
            <ac:spMk id="6" creationId="{00000000-0000-0000-0000-000000000000}"/>
          </ac:spMkLst>
        </pc:spChg>
      </pc:sldChg>
      <pc:sldChg chg="modSp add del mod">
        <pc:chgData name="Celso Rodrigo Giusti" userId="d1ac35f3-fe4c-48aa-ac28-902aa99f02c6" providerId="ADAL" clId="{B58E0334-12D8-4D8E-8A80-D85AFBF088F7}" dt="2025-08-18T12:07:05.514" v="240" actId="2710"/>
        <pc:sldMkLst>
          <pc:docMk/>
          <pc:sldMk cId="0" sldId="261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7:05.514" v="240" actId="271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Celso Rodrigo Giusti" userId="d1ac35f3-fe4c-48aa-ac28-902aa99f02c6" providerId="ADAL" clId="{B58E0334-12D8-4D8E-8A80-D85AFBF088F7}" dt="2025-08-18T12:06:55.666" v="239" actId="790"/>
        <pc:sldMkLst>
          <pc:docMk/>
          <pc:sldMk cId="0" sldId="12763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3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4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6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7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9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10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12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13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16" creationId="{00000000-0000-0000-0000-0000000000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0" sldId="12763"/>
            <ac:spMk id="17" creationId="{00000000-0000-0000-0000-000000000000}"/>
          </ac:spMkLst>
        </pc:spChg>
      </pc:sldChg>
      <pc:sldChg chg="del">
        <pc:chgData name="Celso Rodrigo Giusti" userId="d1ac35f3-fe4c-48aa-ac28-902aa99f02c6" providerId="ADAL" clId="{B58E0334-12D8-4D8E-8A80-D85AFBF088F7}" dt="2025-08-18T12:02:59.640" v="18" actId="47"/>
        <pc:sldMkLst>
          <pc:docMk/>
          <pc:sldMk cId="2392760380" sldId="12764"/>
        </pc:sldMkLst>
      </pc:sldChg>
      <pc:sldChg chg="del">
        <pc:chgData name="Celso Rodrigo Giusti" userId="d1ac35f3-fe4c-48aa-ac28-902aa99f02c6" providerId="ADAL" clId="{B58E0334-12D8-4D8E-8A80-D85AFBF088F7}" dt="2025-08-18T12:02:58.078" v="17" actId="47"/>
        <pc:sldMkLst>
          <pc:docMk/>
          <pc:sldMk cId="1070857827" sldId="12765"/>
        </pc:sldMkLst>
      </pc:sldChg>
      <pc:sldChg chg="addSp delSp modSp mod">
        <pc:chgData name="Celso Rodrigo Giusti" userId="d1ac35f3-fe4c-48aa-ac28-902aa99f02c6" providerId="ADAL" clId="{B58E0334-12D8-4D8E-8A80-D85AFBF088F7}" dt="2025-08-19T15:54:12.377" v="2494" actId="20577"/>
        <pc:sldMkLst>
          <pc:docMk/>
          <pc:sldMk cId="2061329254" sldId="12766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2" creationId="{FE746EBD-180F-9F75-D43B-8298292FFFA2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3" creationId="{6AFD84B6-C0E2-A729-3817-F74131D5B0F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4" creationId="{CB5FC16D-01D5-49D2-6F08-25BF563971FB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6" creationId="{B4577D81-70DD-9EBF-6661-8A820FD67D84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7" creationId="{5BFF77E4-60D7-6576-96A5-4AF7C0C6BD5B}"/>
          </ac:spMkLst>
        </pc:spChg>
        <pc:spChg chg="mod">
          <ac:chgData name="Celso Rodrigo Giusti" userId="d1ac35f3-fe4c-48aa-ac28-902aa99f02c6" providerId="ADAL" clId="{B58E0334-12D8-4D8E-8A80-D85AFBF088F7}" dt="2025-08-18T12:07:24.639" v="263" actId="20577"/>
          <ac:spMkLst>
            <pc:docMk/>
            <pc:sldMk cId="2061329254" sldId="12766"/>
            <ac:spMk id="8" creationId="{B1D8BAB2-6CB4-1699-E977-810F20E6399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9" creationId="{C27DEE99-D16B-B396-C005-D6980A42EDA8}"/>
          </ac:spMkLst>
        </pc:spChg>
        <pc:spChg chg="mod">
          <ac:chgData name="Celso Rodrigo Giusti" userId="d1ac35f3-fe4c-48aa-ac28-902aa99f02c6" providerId="ADAL" clId="{B58E0334-12D8-4D8E-8A80-D85AFBF088F7}" dt="2025-08-19T15:54:12.377" v="2494" actId="20577"/>
          <ac:spMkLst>
            <pc:docMk/>
            <pc:sldMk cId="2061329254" sldId="12766"/>
            <ac:spMk id="10" creationId="{8258E5A5-A24B-5778-CF94-2091CA505E1D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061329254" sldId="12766"/>
            <ac:spMk id="11" creationId="{224FA58C-4F2E-99E4-A8B8-56DD66C8C793}"/>
          </ac:spMkLst>
        </pc:spChg>
        <pc:picChg chg="add mod">
          <ac:chgData name="Celso Rodrigo Giusti" userId="d1ac35f3-fe4c-48aa-ac28-902aa99f02c6" providerId="ADAL" clId="{B58E0334-12D8-4D8E-8A80-D85AFBF088F7}" dt="2025-08-19T15:52:36.071" v="2493" actId="1076"/>
          <ac:picMkLst>
            <pc:docMk/>
            <pc:sldMk cId="2061329254" sldId="12766"/>
            <ac:picMk id="14" creationId="{A2D3F0DE-957C-CDBE-F9DF-03F103DA82E1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21T10:46:19.237" v="2502" actId="1076"/>
        <pc:sldMkLst>
          <pc:docMk/>
          <pc:sldMk cId="2183853967" sldId="12767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2" creationId="{DB627B43-D20C-F93A-FC5A-D7A97AEBB451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3" creationId="{6460BDA0-2E83-2DB0-470F-809BA50DEBB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4" creationId="{F2C783E7-EA86-D6A2-251E-5D2CA4C8FC8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6" creationId="{EC31601C-5111-21D9-42AC-CEFA5A907A0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7" creationId="{2A73FAF3-B33D-93C0-915A-0E1037974C1D}"/>
          </ac:spMkLst>
        </pc:spChg>
        <pc:spChg chg="mod">
          <ac:chgData name="Celso Rodrigo Giusti" userId="d1ac35f3-fe4c-48aa-ac28-902aa99f02c6" providerId="ADAL" clId="{B58E0334-12D8-4D8E-8A80-D85AFBF088F7}" dt="2025-08-18T15:37:43.619" v="570" actId="20577"/>
          <ac:spMkLst>
            <pc:docMk/>
            <pc:sldMk cId="2183853967" sldId="12767"/>
            <ac:spMk id="8" creationId="{2BF50E17-76F9-CA5E-D00E-F19D9146C63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9" creationId="{B38F6293-2621-6EF6-045D-88C098E590D7}"/>
          </ac:spMkLst>
        </pc:spChg>
        <pc:spChg chg="mod">
          <ac:chgData name="Celso Rodrigo Giusti" userId="d1ac35f3-fe4c-48aa-ac28-902aa99f02c6" providerId="ADAL" clId="{B58E0334-12D8-4D8E-8A80-D85AFBF088F7}" dt="2025-08-21T10:46:09.324" v="2499" actId="20577"/>
          <ac:spMkLst>
            <pc:docMk/>
            <pc:sldMk cId="2183853967" sldId="12767"/>
            <ac:spMk id="10" creationId="{68DE3736-EAE2-90A7-1F24-AD7A06349336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83853967" sldId="12767"/>
            <ac:spMk id="11" creationId="{DC5487D4-813D-7D88-C58C-5BF74572C0F0}"/>
          </ac:spMkLst>
        </pc:spChg>
        <pc:picChg chg="add mod">
          <ac:chgData name="Celso Rodrigo Giusti" userId="d1ac35f3-fe4c-48aa-ac28-902aa99f02c6" providerId="ADAL" clId="{B58E0334-12D8-4D8E-8A80-D85AFBF088F7}" dt="2025-08-21T10:46:19.237" v="2502" actId="1076"/>
          <ac:picMkLst>
            <pc:docMk/>
            <pc:sldMk cId="2183853967" sldId="12767"/>
            <ac:picMk id="13" creationId="{B5F75D2B-B822-8FF5-9C9F-7FB4817C4746}"/>
          </ac:picMkLst>
        </pc:picChg>
      </pc:sldChg>
      <pc:sldChg chg="addSp modSp mod">
        <pc:chgData name="Celso Rodrigo Giusti" userId="d1ac35f3-fe4c-48aa-ac28-902aa99f02c6" providerId="ADAL" clId="{B58E0334-12D8-4D8E-8A80-D85AFBF088F7}" dt="2025-08-21T10:49:46.771" v="2509" actId="20577"/>
        <pc:sldMkLst>
          <pc:docMk/>
          <pc:sldMk cId="923444135" sldId="12768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2" creationId="{FBE7624C-32B2-E065-0A1E-8D49F97FBD6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3" creationId="{DAFBFE3F-6B6A-58CB-A88B-4622F4301DDA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4" creationId="{B3EED27B-189A-1D7E-76AD-C8FA6375D13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6" creationId="{5BF20EF3-8C55-EF8A-4314-8DC8A995FC3C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7" creationId="{E6D48A1A-341A-F99B-CB77-591A097CFF21}"/>
          </ac:spMkLst>
        </pc:spChg>
        <pc:spChg chg="mod">
          <ac:chgData name="Celso Rodrigo Giusti" userId="d1ac35f3-fe4c-48aa-ac28-902aa99f02c6" providerId="ADAL" clId="{B58E0334-12D8-4D8E-8A80-D85AFBF088F7}" dt="2025-08-18T17:11:50.917" v="845" actId="20577"/>
          <ac:spMkLst>
            <pc:docMk/>
            <pc:sldMk cId="923444135" sldId="12768"/>
            <ac:spMk id="8" creationId="{2AF81FB2-7D42-6FE7-59FB-A74C0D0B92AA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9" creationId="{34BA3082-F7AB-AC0A-693D-72DCB2818EED}"/>
          </ac:spMkLst>
        </pc:spChg>
        <pc:spChg chg="mod">
          <ac:chgData name="Celso Rodrigo Giusti" userId="d1ac35f3-fe4c-48aa-ac28-902aa99f02c6" providerId="ADAL" clId="{B58E0334-12D8-4D8E-8A80-D85AFBF088F7}" dt="2025-08-21T10:49:46.771" v="2509" actId="20577"/>
          <ac:spMkLst>
            <pc:docMk/>
            <pc:sldMk cId="923444135" sldId="12768"/>
            <ac:spMk id="10" creationId="{D70E9015-07FF-CDB9-A71B-8401057DEA57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923444135" sldId="12768"/>
            <ac:spMk id="11" creationId="{58DEC6EA-531D-EA2C-CD73-A2675691BD42}"/>
          </ac:spMkLst>
        </pc:spChg>
        <pc:picChg chg="add mod">
          <ac:chgData name="Celso Rodrigo Giusti" userId="d1ac35f3-fe4c-48aa-ac28-902aa99f02c6" providerId="ADAL" clId="{B58E0334-12D8-4D8E-8A80-D85AFBF088F7}" dt="2025-08-19T15:24:14.085" v="999" actId="1076"/>
          <ac:picMkLst>
            <pc:docMk/>
            <pc:sldMk cId="923444135" sldId="12768"/>
            <ac:picMk id="12" creationId="{C33E752E-728B-551B-E101-D68EBE32EA9F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19T15:26:31.512" v="1156" actId="1076"/>
        <pc:sldMkLst>
          <pc:docMk/>
          <pc:sldMk cId="2749109779" sldId="12769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2" creationId="{901195B8-3368-131E-6724-757EF72EFDDD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3" creationId="{9F1F8582-836E-AC72-F03D-D511C19F0979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4" creationId="{55CB954B-597B-50E1-A3A7-104CAD8BB54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6" creationId="{C5714C1A-FD88-60D0-477A-EF6F24356D23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7" creationId="{58085AB9-7DD9-EB71-2A96-B8FF0D287678}"/>
          </ac:spMkLst>
        </pc:spChg>
        <pc:spChg chg="mod">
          <ac:chgData name="Celso Rodrigo Giusti" userId="d1ac35f3-fe4c-48aa-ac28-902aa99f02c6" providerId="ADAL" clId="{B58E0334-12D8-4D8E-8A80-D85AFBF088F7}" dt="2025-08-19T15:24:32.673" v="1030" actId="20577"/>
          <ac:spMkLst>
            <pc:docMk/>
            <pc:sldMk cId="2749109779" sldId="12769"/>
            <ac:spMk id="8" creationId="{BAEC789A-1159-CFFE-B93B-88387D03F945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9" creationId="{363EB12F-C0EE-515B-AB0C-EA74EA5D9542}"/>
          </ac:spMkLst>
        </pc:spChg>
        <pc:spChg chg="mod">
          <ac:chgData name="Celso Rodrigo Giusti" userId="d1ac35f3-fe4c-48aa-ac28-902aa99f02c6" providerId="ADAL" clId="{B58E0334-12D8-4D8E-8A80-D85AFBF088F7}" dt="2025-08-19T15:26:00.068" v="1153" actId="20577"/>
          <ac:spMkLst>
            <pc:docMk/>
            <pc:sldMk cId="2749109779" sldId="12769"/>
            <ac:spMk id="10" creationId="{23B1618D-9BE9-2FA9-22E0-8837C4214C37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749109779" sldId="12769"/>
            <ac:spMk id="11" creationId="{CFAC0F38-BCE8-1128-AEB2-6DD114BF885B}"/>
          </ac:spMkLst>
        </pc:spChg>
        <pc:picChg chg="add mod">
          <ac:chgData name="Celso Rodrigo Giusti" userId="d1ac35f3-fe4c-48aa-ac28-902aa99f02c6" providerId="ADAL" clId="{B58E0334-12D8-4D8E-8A80-D85AFBF088F7}" dt="2025-08-19T15:26:31.512" v="1156" actId="1076"/>
          <ac:picMkLst>
            <pc:docMk/>
            <pc:sldMk cId="2749109779" sldId="12769"/>
            <ac:picMk id="12" creationId="{FEBDE05E-0331-62D7-C7E4-88674EED7714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19T15:28:03.093" v="1271" actId="1076"/>
        <pc:sldMkLst>
          <pc:docMk/>
          <pc:sldMk cId="3576729845" sldId="12770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2" creationId="{CECDB3D2-5FAA-EA5C-67D4-52008C9C935A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3" creationId="{6141BE9D-1A46-FA89-2DAF-0A0F2CFA198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4" creationId="{D6730324-7408-C269-B1A5-2E0EF8DE24C2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6" creationId="{08730D6E-52DA-1307-9528-C1B452465EF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7" creationId="{026205B7-7F69-BCE7-FA5D-CD021DE0DC10}"/>
          </ac:spMkLst>
        </pc:spChg>
        <pc:spChg chg="mod">
          <ac:chgData name="Celso Rodrigo Giusti" userId="d1ac35f3-fe4c-48aa-ac28-902aa99f02c6" providerId="ADAL" clId="{B58E0334-12D8-4D8E-8A80-D85AFBF088F7}" dt="2025-08-19T15:27:10.316" v="1186" actId="20577"/>
          <ac:spMkLst>
            <pc:docMk/>
            <pc:sldMk cId="3576729845" sldId="12770"/>
            <ac:spMk id="8" creationId="{ADACF404-7605-94E4-80CC-ECD2EDFBECB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9" creationId="{311ECCD2-6E4C-FDC1-78D0-4CC6F11CAB1C}"/>
          </ac:spMkLst>
        </pc:spChg>
        <pc:spChg chg="mod">
          <ac:chgData name="Celso Rodrigo Giusti" userId="d1ac35f3-fe4c-48aa-ac28-902aa99f02c6" providerId="ADAL" clId="{B58E0334-12D8-4D8E-8A80-D85AFBF088F7}" dt="2025-08-19T15:27:45.386" v="1267" actId="20577"/>
          <ac:spMkLst>
            <pc:docMk/>
            <pc:sldMk cId="3576729845" sldId="12770"/>
            <ac:spMk id="10" creationId="{901069F9-A835-EAE6-C7F1-92F329A6FCF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576729845" sldId="12770"/>
            <ac:spMk id="11" creationId="{9D59C2CF-C6DE-FAF5-8DC0-308E0F0682F1}"/>
          </ac:spMkLst>
        </pc:spChg>
        <pc:picChg chg="add mod">
          <ac:chgData name="Celso Rodrigo Giusti" userId="d1ac35f3-fe4c-48aa-ac28-902aa99f02c6" providerId="ADAL" clId="{B58E0334-12D8-4D8E-8A80-D85AFBF088F7}" dt="2025-08-19T15:28:03.093" v="1271" actId="1076"/>
          <ac:picMkLst>
            <pc:docMk/>
            <pc:sldMk cId="3576729845" sldId="12770"/>
            <ac:picMk id="12" creationId="{5A0D08D3-E960-05F8-F22F-D058FAACE52A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19T15:29:58.178" v="1432" actId="1076"/>
        <pc:sldMkLst>
          <pc:docMk/>
          <pc:sldMk cId="1186496498" sldId="12771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2" creationId="{102B96D2-88A0-B709-5D73-820F4A1BF8D3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3" creationId="{1D2F91BF-59A5-BACF-9A3A-F498AE2CF24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4" creationId="{BDC26AAA-C61A-5FDD-ED95-032D1A724D5D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6" creationId="{47128BFC-FF09-3029-BDE7-1B3F822547CE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7" creationId="{79033E0A-3691-7664-F903-A206F7E9F466}"/>
          </ac:spMkLst>
        </pc:spChg>
        <pc:spChg chg="mod">
          <ac:chgData name="Celso Rodrigo Giusti" userId="d1ac35f3-fe4c-48aa-ac28-902aa99f02c6" providerId="ADAL" clId="{B58E0334-12D8-4D8E-8A80-D85AFBF088F7}" dt="2025-08-19T15:28:56.702" v="1308" actId="20577"/>
          <ac:spMkLst>
            <pc:docMk/>
            <pc:sldMk cId="1186496498" sldId="12771"/>
            <ac:spMk id="8" creationId="{E65B99B2-AA82-4820-DF95-27C647B8C6D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9" creationId="{98BB01B1-2011-2E03-6D5F-CE55ABEB9DDD}"/>
          </ac:spMkLst>
        </pc:spChg>
        <pc:spChg chg="mod">
          <ac:chgData name="Celso Rodrigo Giusti" userId="d1ac35f3-fe4c-48aa-ac28-902aa99f02c6" providerId="ADAL" clId="{B58E0334-12D8-4D8E-8A80-D85AFBF088F7}" dt="2025-08-19T15:29:32.297" v="1426" actId="20577"/>
          <ac:spMkLst>
            <pc:docMk/>
            <pc:sldMk cId="1186496498" sldId="12771"/>
            <ac:spMk id="10" creationId="{210E356D-1BC0-7EE1-D69F-13E38E8CA65A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1186496498" sldId="12771"/>
            <ac:spMk id="11" creationId="{FE870CAE-97EB-6EA5-F81D-8E9B59FBCE83}"/>
          </ac:spMkLst>
        </pc:spChg>
        <pc:picChg chg="add mod">
          <ac:chgData name="Celso Rodrigo Giusti" userId="d1ac35f3-fe4c-48aa-ac28-902aa99f02c6" providerId="ADAL" clId="{B58E0334-12D8-4D8E-8A80-D85AFBF088F7}" dt="2025-08-19T15:29:58.178" v="1432" actId="1076"/>
          <ac:picMkLst>
            <pc:docMk/>
            <pc:sldMk cId="1186496498" sldId="12771"/>
            <ac:picMk id="12" creationId="{09259F72-F57C-00AB-D0D5-A0079ABC152F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19T15:31:44.504" v="1582" actId="1076"/>
        <pc:sldMkLst>
          <pc:docMk/>
          <pc:sldMk cId="4041070651" sldId="12772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2" creationId="{D81010E3-DE0C-8BA8-A6E4-B036A9AE4B8A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3" creationId="{C050556A-57CB-EBCD-D01E-18D33806BDBC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4" creationId="{EF8F5292-0953-258A-A966-F819BE912C4B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6" creationId="{0BA848DF-ADE0-B1F9-F5BC-2E2C2A1CA3EA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7" creationId="{280CCFD0-092C-A84B-729D-477848EA6D39}"/>
          </ac:spMkLst>
        </pc:spChg>
        <pc:spChg chg="mod">
          <ac:chgData name="Celso Rodrigo Giusti" userId="d1ac35f3-fe4c-48aa-ac28-902aa99f02c6" providerId="ADAL" clId="{B58E0334-12D8-4D8E-8A80-D85AFBF088F7}" dt="2025-08-19T15:30:49.007" v="1474" actId="20577"/>
          <ac:spMkLst>
            <pc:docMk/>
            <pc:sldMk cId="4041070651" sldId="12772"/>
            <ac:spMk id="8" creationId="{488267F1-D739-C232-D31D-AE19B5D6F1AB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9" creationId="{A53BF1DE-C047-13AC-95C8-BC3DFD0C3943}"/>
          </ac:spMkLst>
        </pc:spChg>
        <pc:spChg chg="mod">
          <ac:chgData name="Celso Rodrigo Giusti" userId="d1ac35f3-fe4c-48aa-ac28-902aa99f02c6" providerId="ADAL" clId="{B58E0334-12D8-4D8E-8A80-D85AFBF088F7}" dt="2025-08-19T15:31:27.178" v="1578" actId="20577"/>
          <ac:spMkLst>
            <pc:docMk/>
            <pc:sldMk cId="4041070651" sldId="12772"/>
            <ac:spMk id="10" creationId="{3100C810-2268-FBC3-4D85-EC6E576B14A4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4041070651" sldId="12772"/>
            <ac:spMk id="11" creationId="{C2193D1B-636C-AEC6-F027-E23DF3810A41}"/>
          </ac:spMkLst>
        </pc:spChg>
        <pc:picChg chg="add mod">
          <ac:chgData name="Celso Rodrigo Giusti" userId="d1ac35f3-fe4c-48aa-ac28-902aa99f02c6" providerId="ADAL" clId="{B58E0334-12D8-4D8E-8A80-D85AFBF088F7}" dt="2025-08-19T15:31:44.504" v="1582" actId="1076"/>
          <ac:picMkLst>
            <pc:docMk/>
            <pc:sldMk cId="4041070651" sldId="12772"/>
            <ac:picMk id="12" creationId="{33B23348-2E52-32FB-E581-5FF7CB6550FC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19T15:33:38.731" v="1816" actId="1076"/>
        <pc:sldMkLst>
          <pc:docMk/>
          <pc:sldMk cId="324227292" sldId="12773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2" creationId="{76B7FCA0-4485-4C09-3CC3-8FC33ED80A3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3" creationId="{B45BC6A5-863A-A6CF-ABB8-1013AD25A235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4" creationId="{9440C3BD-829D-C2A5-4E9C-AE15E5129A39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6" creationId="{3959687B-CEFF-B5D1-172C-01FEC615F1C6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7" creationId="{B189F938-7423-91C1-366D-15742402F4BA}"/>
          </ac:spMkLst>
        </pc:spChg>
        <pc:spChg chg="mod">
          <ac:chgData name="Celso Rodrigo Giusti" userId="d1ac35f3-fe4c-48aa-ac28-902aa99f02c6" providerId="ADAL" clId="{B58E0334-12D8-4D8E-8A80-D85AFBF088F7}" dt="2025-08-19T15:32:26.420" v="1620" actId="20577"/>
          <ac:spMkLst>
            <pc:docMk/>
            <pc:sldMk cId="324227292" sldId="12773"/>
            <ac:spMk id="8" creationId="{5178EB74-6D44-3047-2A0F-A5E541789E99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9" creationId="{FCB6F216-7228-2DA1-8093-0DEDB5730493}"/>
          </ac:spMkLst>
        </pc:spChg>
        <pc:spChg chg="mod">
          <ac:chgData name="Celso Rodrigo Giusti" userId="d1ac35f3-fe4c-48aa-ac28-902aa99f02c6" providerId="ADAL" clId="{B58E0334-12D8-4D8E-8A80-D85AFBF088F7}" dt="2025-08-19T15:33:22.378" v="1811" actId="20577"/>
          <ac:spMkLst>
            <pc:docMk/>
            <pc:sldMk cId="324227292" sldId="12773"/>
            <ac:spMk id="10" creationId="{5FB8F5C4-A210-A931-1D11-07CF8AE8D7C7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24227292" sldId="12773"/>
            <ac:spMk id="11" creationId="{520BD5EF-99A8-CF33-08C2-52DA5BEFC160}"/>
          </ac:spMkLst>
        </pc:spChg>
        <pc:picChg chg="add mod">
          <ac:chgData name="Celso Rodrigo Giusti" userId="d1ac35f3-fe4c-48aa-ac28-902aa99f02c6" providerId="ADAL" clId="{B58E0334-12D8-4D8E-8A80-D85AFBF088F7}" dt="2025-08-19T15:33:38.731" v="1816" actId="1076"/>
          <ac:picMkLst>
            <pc:docMk/>
            <pc:sldMk cId="324227292" sldId="12773"/>
            <ac:picMk id="12" creationId="{EEE20C6F-65E3-622E-B0B4-757AEB23EDF5}"/>
          </ac:picMkLst>
        </pc:picChg>
      </pc:sldChg>
      <pc:sldChg chg="addSp delSp modSp mod">
        <pc:chgData name="Celso Rodrigo Giusti" userId="d1ac35f3-fe4c-48aa-ac28-902aa99f02c6" providerId="ADAL" clId="{B58E0334-12D8-4D8E-8A80-D85AFBF088F7}" dt="2025-08-19T15:35:03.590" v="1951" actId="1076"/>
        <pc:sldMkLst>
          <pc:docMk/>
          <pc:sldMk cId="3421922823" sldId="12774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2" creationId="{197A8224-861B-DE54-C4D0-EB8B12C9658F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3" creationId="{2AB9CDA5-2ED3-96F3-37C9-7BBD84162F27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4" creationId="{F754FA03-4B04-30F9-A560-2D9DC90B14D3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6" creationId="{831A448C-516D-3919-294E-26104AC6C1A2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7" creationId="{89C30473-F9C7-3C53-C6BD-4C84003777B2}"/>
          </ac:spMkLst>
        </pc:spChg>
        <pc:spChg chg="mod">
          <ac:chgData name="Celso Rodrigo Giusti" userId="d1ac35f3-fe4c-48aa-ac28-902aa99f02c6" providerId="ADAL" clId="{B58E0334-12D8-4D8E-8A80-D85AFBF088F7}" dt="2025-08-19T15:34:26.309" v="1857" actId="20577"/>
          <ac:spMkLst>
            <pc:docMk/>
            <pc:sldMk cId="3421922823" sldId="12774"/>
            <ac:spMk id="8" creationId="{8EC497E4-DA78-D10A-832F-3295E1618E92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9" creationId="{8388F8B7-0963-EFB7-FF96-E90AB35013C4}"/>
          </ac:spMkLst>
        </pc:spChg>
        <pc:spChg chg="mod">
          <ac:chgData name="Celso Rodrigo Giusti" userId="d1ac35f3-fe4c-48aa-ac28-902aa99f02c6" providerId="ADAL" clId="{B58E0334-12D8-4D8E-8A80-D85AFBF088F7}" dt="2025-08-19T15:34:53.137" v="1948" actId="6549"/>
          <ac:spMkLst>
            <pc:docMk/>
            <pc:sldMk cId="3421922823" sldId="12774"/>
            <ac:spMk id="10" creationId="{65DB33CF-FDA6-486B-11EA-A9E7B2104B1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421922823" sldId="12774"/>
            <ac:spMk id="11" creationId="{997A1CF4-271F-B7C0-583A-AAA9D422FE8E}"/>
          </ac:spMkLst>
        </pc:spChg>
        <pc:picChg chg="add mod">
          <ac:chgData name="Celso Rodrigo Giusti" userId="d1ac35f3-fe4c-48aa-ac28-902aa99f02c6" providerId="ADAL" clId="{B58E0334-12D8-4D8E-8A80-D85AFBF088F7}" dt="2025-08-19T15:35:03.590" v="1951" actId="1076"/>
          <ac:picMkLst>
            <pc:docMk/>
            <pc:sldMk cId="3421922823" sldId="12774"/>
            <ac:picMk id="12" creationId="{C8BD52D1-C1E8-55DE-EEF0-E52190740915}"/>
          </ac:picMkLst>
        </pc:picChg>
      </pc:sldChg>
      <pc:sldChg chg="modSp del mod">
        <pc:chgData name="Celso Rodrigo Giusti" userId="d1ac35f3-fe4c-48aa-ac28-902aa99f02c6" providerId="ADAL" clId="{B58E0334-12D8-4D8E-8A80-D85AFBF088F7}" dt="2025-08-19T15:47:15.874" v="2443" actId="47"/>
        <pc:sldMkLst>
          <pc:docMk/>
          <pc:sldMk cId="2383448451" sldId="12775"/>
        </pc:sldMkLst>
      </pc:sldChg>
      <pc:sldChg chg="delSp modSp mod">
        <pc:chgData name="Celso Rodrigo Giusti" userId="d1ac35f3-fe4c-48aa-ac28-902aa99f02c6" providerId="ADAL" clId="{B58E0334-12D8-4D8E-8A80-D85AFBF088F7}" dt="2025-08-19T15:45:20.677" v="2435" actId="20577"/>
        <pc:sldMkLst>
          <pc:docMk/>
          <pc:sldMk cId="2163426136" sldId="12776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2" creationId="{79415248-9C7F-1074-F322-F67BF75AA4AB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3" creationId="{D97388A8-63AC-B993-D44B-1F3F8AABBDFC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4" creationId="{A0BA6141-D5A3-4C47-CDF0-525D7B4FF276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6" creationId="{B8D86F92-43DF-297D-AAD5-1FCA5BB0F129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7" creationId="{E9C01102-F798-5703-6C06-C89012CDF983}"/>
          </ac:spMkLst>
        </pc:spChg>
        <pc:spChg chg="mod">
          <ac:chgData name="Celso Rodrigo Giusti" userId="d1ac35f3-fe4c-48aa-ac28-902aa99f02c6" providerId="ADAL" clId="{B58E0334-12D8-4D8E-8A80-D85AFBF088F7}" dt="2025-08-19T15:39:32.029" v="2009" actId="20577"/>
          <ac:spMkLst>
            <pc:docMk/>
            <pc:sldMk cId="2163426136" sldId="12776"/>
            <ac:spMk id="8" creationId="{C242A843-A65D-63B3-AE0E-CC483F8285EE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9" creationId="{05F1FDB9-A5B6-8213-F66B-F3779CD598D9}"/>
          </ac:spMkLst>
        </pc:spChg>
        <pc:spChg chg="mod">
          <ac:chgData name="Celso Rodrigo Giusti" userId="d1ac35f3-fe4c-48aa-ac28-902aa99f02c6" providerId="ADAL" clId="{B58E0334-12D8-4D8E-8A80-D85AFBF088F7}" dt="2025-08-19T15:45:20.677" v="2435" actId="20577"/>
          <ac:spMkLst>
            <pc:docMk/>
            <pc:sldMk cId="2163426136" sldId="12776"/>
            <ac:spMk id="10" creationId="{2AB20A09-F62B-CC68-1BA0-3D5088F0CC34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2163426136" sldId="12776"/>
            <ac:spMk id="11" creationId="{5745A221-F618-A0C4-8487-A49B309110D3}"/>
          </ac:spMkLst>
        </pc:spChg>
      </pc:sldChg>
      <pc:sldChg chg="modSp del mod">
        <pc:chgData name="Celso Rodrigo Giusti" userId="d1ac35f3-fe4c-48aa-ac28-902aa99f02c6" providerId="ADAL" clId="{B58E0334-12D8-4D8E-8A80-D85AFBF088F7}" dt="2025-08-19T15:47:16.438" v="2444" actId="47"/>
        <pc:sldMkLst>
          <pc:docMk/>
          <pc:sldMk cId="2634201587" sldId="12777"/>
        </pc:sldMkLst>
      </pc:sldChg>
      <pc:sldChg chg="modSp del mod">
        <pc:chgData name="Celso Rodrigo Giusti" userId="d1ac35f3-fe4c-48aa-ac28-902aa99f02c6" providerId="ADAL" clId="{B58E0334-12D8-4D8E-8A80-D85AFBF088F7}" dt="2025-08-19T15:47:18.015" v="2445" actId="47"/>
        <pc:sldMkLst>
          <pc:docMk/>
          <pc:sldMk cId="2338187501" sldId="12778"/>
        </pc:sldMkLst>
      </pc:sldChg>
      <pc:sldChg chg="modSp del mod">
        <pc:chgData name="Celso Rodrigo Giusti" userId="d1ac35f3-fe4c-48aa-ac28-902aa99f02c6" providerId="ADAL" clId="{B58E0334-12D8-4D8E-8A80-D85AFBF088F7}" dt="2025-08-19T15:47:18.780" v="2446" actId="47"/>
        <pc:sldMkLst>
          <pc:docMk/>
          <pc:sldMk cId="3217231587" sldId="12779"/>
        </pc:sldMkLst>
      </pc:sldChg>
      <pc:sldChg chg="modSp del mod">
        <pc:chgData name="Celso Rodrigo Giusti" userId="d1ac35f3-fe4c-48aa-ac28-902aa99f02c6" providerId="ADAL" clId="{B58E0334-12D8-4D8E-8A80-D85AFBF088F7}" dt="2025-08-19T15:47:19.226" v="2447" actId="47"/>
        <pc:sldMkLst>
          <pc:docMk/>
          <pc:sldMk cId="3399780848" sldId="12780"/>
        </pc:sldMkLst>
      </pc:sldChg>
      <pc:sldChg chg="modSp del mod">
        <pc:chgData name="Celso Rodrigo Giusti" userId="d1ac35f3-fe4c-48aa-ac28-902aa99f02c6" providerId="ADAL" clId="{B58E0334-12D8-4D8E-8A80-D85AFBF088F7}" dt="2025-08-19T15:47:19.681" v="2448" actId="47"/>
        <pc:sldMkLst>
          <pc:docMk/>
          <pc:sldMk cId="788419440" sldId="12781"/>
        </pc:sldMkLst>
      </pc:sldChg>
      <pc:sldChg chg="delSp modSp mod">
        <pc:chgData name="Celso Rodrigo Giusti" userId="d1ac35f3-fe4c-48aa-ac28-902aa99f02c6" providerId="ADAL" clId="{B58E0334-12D8-4D8E-8A80-D85AFBF088F7}" dt="2025-08-19T15:48:00.127" v="2489" actId="12"/>
        <pc:sldMkLst>
          <pc:docMk/>
          <pc:sldMk cId="3659946423" sldId="12782"/>
        </pc:sldMkLst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2" creationId="{923E20F2-7A33-47DD-0721-22AC45860AFE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3" creationId="{6299AB98-A7E1-D5EE-EC39-C810407AD201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4" creationId="{3EB3CAB5-E267-E2C5-93DA-7E87A1CBC862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6" creationId="{93427E11-E759-DF63-8D55-8FCC984771AE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7" creationId="{01DFBFB9-1A33-96EA-CDAC-B66808B07185}"/>
          </ac:spMkLst>
        </pc:spChg>
        <pc:spChg chg="mod">
          <ac:chgData name="Celso Rodrigo Giusti" userId="d1ac35f3-fe4c-48aa-ac28-902aa99f02c6" providerId="ADAL" clId="{B58E0334-12D8-4D8E-8A80-D85AFBF088F7}" dt="2025-08-19T15:47:37.711" v="2483" actId="20577"/>
          <ac:spMkLst>
            <pc:docMk/>
            <pc:sldMk cId="3659946423" sldId="12782"/>
            <ac:spMk id="8" creationId="{AA40E767-C255-D2AC-A163-CC58B2BFF058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9" creationId="{BD133AD0-9F73-2A0A-C4A4-B5565C756C39}"/>
          </ac:spMkLst>
        </pc:spChg>
        <pc:spChg chg="mod">
          <ac:chgData name="Celso Rodrigo Giusti" userId="d1ac35f3-fe4c-48aa-ac28-902aa99f02c6" providerId="ADAL" clId="{B58E0334-12D8-4D8E-8A80-D85AFBF088F7}" dt="2025-08-19T15:48:00.127" v="2489" actId="12"/>
          <ac:spMkLst>
            <pc:docMk/>
            <pc:sldMk cId="3659946423" sldId="12782"/>
            <ac:spMk id="10" creationId="{2754528C-6F97-FB56-7958-DB1528591BE0}"/>
          </ac:spMkLst>
        </pc:spChg>
        <pc:spChg chg="mod">
          <ac:chgData name="Celso Rodrigo Giusti" userId="d1ac35f3-fe4c-48aa-ac28-902aa99f02c6" providerId="ADAL" clId="{B58E0334-12D8-4D8E-8A80-D85AFBF088F7}" dt="2025-08-18T12:06:55.666" v="239" actId="790"/>
          <ac:spMkLst>
            <pc:docMk/>
            <pc:sldMk cId="3659946423" sldId="12782"/>
            <ac:spMk id="11" creationId="{C69BDD24-5484-469B-F971-A5635FAD103C}"/>
          </ac:spMkLst>
        </pc:spChg>
      </pc:sldChg>
      <pc:sldChg chg="new del">
        <pc:chgData name="Celso Rodrigo Giusti" userId="d1ac35f3-fe4c-48aa-ac28-902aa99f02c6" providerId="ADAL" clId="{B58E0334-12D8-4D8E-8A80-D85AFBF088F7}" dt="2025-08-19T15:44:08.263" v="2270" actId="680"/>
        <pc:sldMkLst>
          <pc:docMk/>
          <pc:sldMk cId="1187707578" sldId="12783"/>
        </pc:sldMkLst>
      </pc:sldChg>
      <pc:sldChg chg="addSp delSp modSp add mod">
        <pc:chgData name="Celso Rodrigo Giusti" userId="d1ac35f3-fe4c-48aa-ac28-902aa99f02c6" providerId="ADAL" clId="{B58E0334-12D8-4D8E-8A80-D85AFBF088F7}" dt="2025-08-19T15:47:00.768" v="2442"/>
        <pc:sldMkLst>
          <pc:docMk/>
          <pc:sldMk cId="3187556603" sldId="12783"/>
        </pc:sldMkLst>
        <pc:picChg chg="add mod">
          <ac:chgData name="Celso Rodrigo Giusti" userId="d1ac35f3-fe4c-48aa-ac28-902aa99f02c6" providerId="ADAL" clId="{B58E0334-12D8-4D8E-8A80-D85AFBF088F7}" dt="2025-08-19T15:46:58.321" v="2440" actId="1076"/>
          <ac:picMkLst>
            <pc:docMk/>
            <pc:sldMk cId="3187556603" sldId="12783"/>
            <ac:picMk id="12" creationId="{E46665DB-8410-1099-C7F6-87D9B8A0F887}"/>
          </ac:picMkLst>
        </pc:picChg>
      </pc:sldChg>
    </pc:docChg>
  </pc:docChgLst>
  <pc:docChgLst>
    <pc:chgData name="Celso Rodrigo Giusti" userId="d1ac35f3-fe4c-48aa-ac28-902aa99f02c6" providerId="ADAL" clId="{243069D9-C672-4A9D-AC38-C3E1BBA95FC1}"/>
    <pc:docChg chg="addSld delSld modSld">
      <pc:chgData name="Celso Rodrigo Giusti" userId="d1ac35f3-fe4c-48aa-ac28-902aa99f02c6" providerId="ADAL" clId="{243069D9-C672-4A9D-AC38-C3E1BBA95FC1}" dt="2025-08-03T19:11:36.086" v="1" actId="47"/>
      <pc:docMkLst>
        <pc:docMk/>
      </pc:docMkLst>
      <pc:sldChg chg="del">
        <pc:chgData name="Celso Rodrigo Giusti" userId="d1ac35f3-fe4c-48aa-ac28-902aa99f02c6" providerId="ADAL" clId="{243069D9-C672-4A9D-AC38-C3E1BBA95FC1}" dt="2025-08-03T19:11:36.086" v="1" actId="47"/>
        <pc:sldMkLst>
          <pc:docMk/>
          <pc:sldMk cId="0" sldId="271"/>
        </pc:sldMkLst>
      </pc:sldChg>
      <pc:sldChg chg="add">
        <pc:chgData name="Celso Rodrigo Giusti" userId="d1ac35f3-fe4c-48aa-ac28-902aa99f02c6" providerId="ADAL" clId="{243069D9-C672-4A9D-AC38-C3E1BBA95FC1}" dt="2025-08-03T19:11:32.748" v="0"/>
        <pc:sldMkLst>
          <pc:docMk/>
          <pc:sldMk cId="0" sldId="12763"/>
        </pc:sldMkLst>
      </pc:sldChg>
    </pc:docChg>
  </pc:docChgLst>
  <pc:docChgLst>
    <pc:chgData name="Celso Rodrigo Giusti" userId="d1ac35f3-fe4c-48aa-ac28-902aa99f02c6" providerId="ADAL" clId="{5DACDE4B-B645-4A53-9361-03E1AEDF3758}"/>
    <pc:docChg chg="undo redo custSel addSld delSld modSld">
      <pc:chgData name="Celso Rodrigo Giusti" userId="d1ac35f3-fe4c-48aa-ac28-902aa99f02c6" providerId="ADAL" clId="{5DACDE4B-B645-4A53-9361-03E1AEDF3758}" dt="2025-08-11T10:18:06.838" v="2654" actId="1076"/>
      <pc:docMkLst>
        <pc:docMk/>
      </pc:docMkLst>
      <pc:sldChg chg="modSp mod">
        <pc:chgData name="Celso Rodrigo Giusti" userId="d1ac35f3-fe4c-48aa-ac28-902aa99f02c6" providerId="ADAL" clId="{5DACDE4B-B645-4A53-9361-03E1AEDF3758}" dt="2025-08-07T01:56:14.987" v="107" actId="20577"/>
        <pc:sldMkLst>
          <pc:docMk/>
          <pc:sldMk cId="0" sldId="256"/>
        </pc:sldMkLst>
        <pc:spChg chg="mod">
          <ac:chgData name="Celso Rodrigo Giusti" userId="d1ac35f3-fe4c-48aa-ac28-902aa99f02c6" providerId="ADAL" clId="{5DACDE4B-B645-4A53-9361-03E1AEDF3758}" dt="2025-08-07T01:56:14.987" v="10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5:42.478" v="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6:03.013" v="69" actId="20577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Celso Rodrigo Giusti" userId="d1ac35f3-fe4c-48aa-ac28-902aa99f02c6" providerId="ADAL" clId="{5DACDE4B-B645-4A53-9361-03E1AEDF3758}" dt="2025-08-07T01:56:19.991" v="108" actId="47"/>
        <pc:sldMkLst>
          <pc:docMk/>
          <pc:sldMk cId="0" sldId="257"/>
        </pc:sldMkLst>
      </pc:sldChg>
      <pc:sldChg chg="del">
        <pc:chgData name="Celso Rodrigo Giusti" userId="d1ac35f3-fe4c-48aa-ac28-902aa99f02c6" providerId="ADAL" clId="{5DACDE4B-B645-4A53-9361-03E1AEDF3758}" dt="2025-08-07T01:56:20.386" v="109" actId="47"/>
        <pc:sldMkLst>
          <pc:docMk/>
          <pc:sldMk cId="0" sldId="258"/>
        </pc:sldMkLst>
      </pc:sldChg>
      <pc:sldChg chg="del">
        <pc:chgData name="Celso Rodrigo Giusti" userId="d1ac35f3-fe4c-48aa-ac28-902aa99f02c6" providerId="ADAL" clId="{5DACDE4B-B645-4A53-9361-03E1AEDF3758}" dt="2025-08-07T01:56:20.740" v="110" actId="47"/>
        <pc:sldMkLst>
          <pc:docMk/>
          <pc:sldMk cId="0" sldId="259"/>
        </pc:sldMkLst>
      </pc:sldChg>
      <pc:sldChg chg="del">
        <pc:chgData name="Celso Rodrigo Giusti" userId="d1ac35f3-fe4c-48aa-ac28-902aa99f02c6" providerId="ADAL" clId="{5DACDE4B-B645-4A53-9361-03E1AEDF3758}" dt="2025-08-07T01:56:21.439" v="111" actId="47"/>
        <pc:sldMkLst>
          <pc:docMk/>
          <pc:sldMk cId="0" sldId="260"/>
        </pc:sldMkLst>
      </pc:sldChg>
      <pc:sldChg chg="modSp mod">
        <pc:chgData name="Celso Rodrigo Giusti" userId="d1ac35f3-fe4c-48aa-ac28-902aa99f02c6" providerId="ADAL" clId="{5DACDE4B-B645-4A53-9361-03E1AEDF3758}" dt="2025-08-07T01:59:46.486" v="242" actId="948"/>
        <pc:sldMkLst>
          <pc:docMk/>
          <pc:sldMk cId="0" sldId="261"/>
        </pc:sldMkLst>
        <pc:spChg chg="mod">
          <ac:chgData name="Celso Rodrigo Giusti" userId="d1ac35f3-fe4c-48aa-ac28-902aa99f02c6" providerId="ADAL" clId="{5DACDE4B-B645-4A53-9361-03E1AEDF3758}" dt="2025-08-07T01:57:45.759" v="215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7:05.440" v="146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9:46.486" v="242" actId="948"/>
          <ac:spMkLst>
            <pc:docMk/>
            <pc:sldMk cId="0" sldId="261"/>
            <ac:spMk id="10" creationId="{00000000-0000-0000-0000-000000000000}"/>
          </ac:spMkLst>
        </pc:spChg>
      </pc:sldChg>
      <pc:sldChg chg="modSp del mod">
        <pc:chgData name="Celso Rodrigo Giusti" userId="d1ac35f3-fe4c-48aa-ac28-902aa99f02c6" providerId="ADAL" clId="{5DACDE4B-B645-4A53-9361-03E1AEDF3758}" dt="2025-08-07T02:40:38.954" v="2210" actId="47"/>
        <pc:sldMkLst>
          <pc:docMk/>
          <pc:sldMk cId="0" sldId="262"/>
        </pc:sldMkLst>
      </pc:sldChg>
      <pc:sldChg chg="del">
        <pc:chgData name="Celso Rodrigo Giusti" userId="d1ac35f3-fe4c-48aa-ac28-902aa99f02c6" providerId="ADAL" clId="{5DACDE4B-B645-4A53-9361-03E1AEDF3758}" dt="2025-08-07T01:56:23.514" v="112" actId="47"/>
        <pc:sldMkLst>
          <pc:docMk/>
          <pc:sldMk cId="0" sldId="263"/>
        </pc:sldMkLst>
      </pc:sldChg>
      <pc:sldChg chg="del">
        <pc:chgData name="Celso Rodrigo Giusti" userId="d1ac35f3-fe4c-48aa-ac28-902aa99f02c6" providerId="ADAL" clId="{5DACDE4B-B645-4A53-9361-03E1AEDF3758}" dt="2025-08-07T02:40:42.287" v="2211" actId="47"/>
        <pc:sldMkLst>
          <pc:docMk/>
          <pc:sldMk cId="0" sldId="264"/>
        </pc:sldMkLst>
      </pc:sldChg>
      <pc:sldChg chg="del">
        <pc:chgData name="Celso Rodrigo Giusti" userId="d1ac35f3-fe4c-48aa-ac28-902aa99f02c6" providerId="ADAL" clId="{5DACDE4B-B645-4A53-9361-03E1AEDF3758}" dt="2025-08-07T01:56:24.929" v="113" actId="47"/>
        <pc:sldMkLst>
          <pc:docMk/>
          <pc:sldMk cId="0" sldId="265"/>
        </pc:sldMkLst>
      </pc:sldChg>
      <pc:sldChg chg="del">
        <pc:chgData name="Celso Rodrigo Giusti" userId="d1ac35f3-fe4c-48aa-ac28-902aa99f02c6" providerId="ADAL" clId="{5DACDE4B-B645-4A53-9361-03E1AEDF3758}" dt="2025-08-07T01:56:25.480" v="114" actId="47"/>
        <pc:sldMkLst>
          <pc:docMk/>
          <pc:sldMk cId="0" sldId="266"/>
        </pc:sldMkLst>
      </pc:sldChg>
      <pc:sldChg chg="del">
        <pc:chgData name="Celso Rodrigo Giusti" userId="d1ac35f3-fe4c-48aa-ac28-902aa99f02c6" providerId="ADAL" clId="{5DACDE4B-B645-4A53-9361-03E1AEDF3758}" dt="2025-08-07T01:56:26.018" v="115" actId="47"/>
        <pc:sldMkLst>
          <pc:docMk/>
          <pc:sldMk cId="0" sldId="267"/>
        </pc:sldMkLst>
      </pc:sldChg>
      <pc:sldChg chg="del">
        <pc:chgData name="Celso Rodrigo Giusti" userId="d1ac35f3-fe4c-48aa-ac28-902aa99f02c6" providerId="ADAL" clId="{5DACDE4B-B645-4A53-9361-03E1AEDF3758}" dt="2025-08-07T01:56:26.568" v="116" actId="47"/>
        <pc:sldMkLst>
          <pc:docMk/>
          <pc:sldMk cId="0" sldId="268"/>
        </pc:sldMkLst>
      </pc:sldChg>
      <pc:sldChg chg="del">
        <pc:chgData name="Celso Rodrigo Giusti" userId="d1ac35f3-fe4c-48aa-ac28-902aa99f02c6" providerId="ADAL" clId="{5DACDE4B-B645-4A53-9361-03E1AEDF3758}" dt="2025-08-07T01:56:27.014" v="117" actId="47"/>
        <pc:sldMkLst>
          <pc:docMk/>
          <pc:sldMk cId="0" sldId="269"/>
        </pc:sldMkLst>
      </pc:sldChg>
      <pc:sldChg chg="del">
        <pc:chgData name="Celso Rodrigo Giusti" userId="d1ac35f3-fe4c-48aa-ac28-902aa99f02c6" providerId="ADAL" clId="{5DACDE4B-B645-4A53-9361-03E1AEDF3758}" dt="2025-08-07T01:56:32.537" v="118" actId="47"/>
        <pc:sldMkLst>
          <pc:docMk/>
          <pc:sldMk cId="0" sldId="270"/>
        </pc:sldMkLst>
      </pc:sldChg>
      <pc:sldChg chg="del">
        <pc:chgData name="Celso Rodrigo Giusti" userId="d1ac35f3-fe4c-48aa-ac28-902aa99f02c6" providerId="ADAL" clId="{5DACDE4B-B645-4A53-9361-03E1AEDF3758}" dt="2025-08-07T01:56:36.690" v="121" actId="47"/>
        <pc:sldMkLst>
          <pc:docMk/>
          <pc:sldMk cId="0" sldId="272"/>
        </pc:sldMkLst>
      </pc:sldChg>
      <pc:sldChg chg="del">
        <pc:chgData name="Celso Rodrigo Giusti" userId="d1ac35f3-fe4c-48aa-ac28-902aa99f02c6" providerId="ADAL" clId="{5DACDE4B-B645-4A53-9361-03E1AEDF3758}" dt="2025-08-07T01:56:36.190" v="120" actId="47"/>
        <pc:sldMkLst>
          <pc:docMk/>
          <pc:sldMk cId="2126074404" sldId="12760"/>
        </pc:sldMkLst>
      </pc:sldChg>
      <pc:sldChg chg="del">
        <pc:chgData name="Celso Rodrigo Giusti" userId="d1ac35f3-fe4c-48aa-ac28-902aa99f02c6" providerId="ADAL" clId="{5DACDE4B-B645-4A53-9361-03E1AEDF3758}" dt="2025-08-07T01:56:35.778" v="119" actId="47"/>
        <pc:sldMkLst>
          <pc:docMk/>
          <pc:sldMk cId="0" sldId="12761"/>
        </pc:sldMkLst>
      </pc:sldChg>
      <pc:sldChg chg="del">
        <pc:chgData name="Celso Rodrigo Giusti" userId="d1ac35f3-fe4c-48aa-ac28-902aa99f02c6" providerId="ADAL" clId="{5DACDE4B-B645-4A53-9361-03E1AEDF3758}" dt="2025-08-07T01:56:38.147" v="122" actId="47"/>
        <pc:sldMkLst>
          <pc:docMk/>
          <pc:sldMk cId="3365717770" sldId="12762"/>
        </pc:sldMkLst>
      </pc:sldChg>
      <pc:sldChg chg="addSp modSp add mod">
        <pc:chgData name="Celso Rodrigo Giusti" userId="d1ac35f3-fe4c-48aa-ac28-902aa99f02c6" providerId="ADAL" clId="{5DACDE4B-B645-4A53-9361-03E1AEDF3758}" dt="2025-08-07T02:06:05.340" v="531" actId="20577"/>
        <pc:sldMkLst>
          <pc:docMk/>
          <pc:sldMk cId="2392760380" sldId="12764"/>
        </pc:sldMkLst>
      </pc:sldChg>
      <pc:sldChg chg="delSp modSp add mod">
        <pc:chgData name="Celso Rodrigo Giusti" userId="d1ac35f3-fe4c-48aa-ac28-902aa99f02c6" providerId="ADAL" clId="{5DACDE4B-B645-4A53-9361-03E1AEDF3758}" dt="2025-08-07T02:05:26.177" v="518"/>
        <pc:sldMkLst>
          <pc:docMk/>
          <pc:sldMk cId="1070857827" sldId="12765"/>
        </pc:sldMkLst>
      </pc:sldChg>
      <pc:sldChg chg="addSp delSp modSp add mod">
        <pc:chgData name="Celso Rodrigo Giusti" userId="d1ac35f3-fe4c-48aa-ac28-902aa99f02c6" providerId="ADAL" clId="{5DACDE4B-B645-4A53-9361-03E1AEDF3758}" dt="2025-08-07T02:07:28.680" v="641" actId="1076"/>
        <pc:sldMkLst>
          <pc:docMk/>
          <pc:sldMk cId="2061329254" sldId="12766"/>
        </pc:sldMkLst>
        <pc:spChg chg="mod">
          <ac:chgData name="Celso Rodrigo Giusti" userId="d1ac35f3-fe4c-48aa-ac28-902aa99f02c6" providerId="ADAL" clId="{5DACDE4B-B645-4A53-9361-03E1AEDF3758}" dt="2025-08-07T02:07:04.480" v="636" actId="20577"/>
          <ac:spMkLst>
            <pc:docMk/>
            <pc:sldMk cId="2061329254" sldId="12766"/>
            <ac:spMk id="10" creationId="{8258E5A5-A24B-5778-CF94-2091CA505E1D}"/>
          </ac:spMkLst>
        </pc:spChg>
      </pc:sldChg>
      <pc:sldChg chg="addSp delSp modSp add mod">
        <pc:chgData name="Celso Rodrigo Giusti" userId="d1ac35f3-fe4c-48aa-ac28-902aa99f02c6" providerId="ADAL" clId="{5DACDE4B-B645-4A53-9361-03E1AEDF3758}" dt="2025-08-07T02:11:05.149" v="809" actId="790"/>
        <pc:sldMkLst>
          <pc:docMk/>
          <pc:sldMk cId="2183853967" sldId="12767"/>
        </pc:sldMkLst>
        <pc:spChg chg="mod">
          <ac:chgData name="Celso Rodrigo Giusti" userId="d1ac35f3-fe4c-48aa-ac28-902aa99f02c6" providerId="ADAL" clId="{5DACDE4B-B645-4A53-9361-03E1AEDF3758}" dt="2025-08-07T02:11:05.149" v="809" actId="790"/>
          <ac:spMkLst>
            <pc:docMk/>
            <pc:sldMk cId="2183853967" sldId="12767"/>
            <ac:spMk id="8" creationId="{2BF50E17-76F9-CA5E-D00E-F19D9146C630}"/>
          </ac:spMkLst>
        </pc:spChg>
        <pc:spChg chg="mod">
          <ac:chgData name="Celso Rodrigo Giusti" userId="d1ac35f3-fe4c-48aa-ac28-902aa99f02c6" providerId="ADAL" clId="{5DACDE4B-B645-4A53-9361-03E1AEDF3758}" dt="2025-08-07T02:10:00.581" v="804" actId="20577"/>
          <ac:spMkLst>
            <pc:docMk/>
            <pc:sldMk cId="2183853967" sldId="12767"/>
            <ac:spMk id="10" creationId="{68DE3736-EAE2-90A7-1F24-AD7A06349336}"/>
          </ac:spMkLst>
        </pc:spChg>
      </pc:sldChg>
      <pc:sldChg chg="addSp delSp modSp add mod">
        <pc:chgData name="Celso Rodrigo Giusti" userId="d1ac35f3-fe4c-48aa-ac28-902aa99f02c6" providerId="ADAL" clId="{5DACDE4B-B645-4A53-9361-03E1AEDF3758}" dt="2025-08-07T02:17:57.622" v="1124" actId="20577"/>
        <pc:sldMkLst>
          <pc:docMk/>
          <pc:sldMk cId="923444135" sldId="12768"/>
        </pc:sldMkLst>
        <pc:spChg chg="mod">
          <ac:chgData name="Celso Rodrigo Giusti" userId="d1ac35f3-fe4c-48aa-ac28-902aa99f02c6" providerId="ADAL" clId="{5DACDE4B-B645-4A53-9361-03E1AEDF3758}" dt="2025-08-07T02:12:51.779" v="830" actId="20577"/>
          <ac:spMkLst>
            <pc:docMk/>
            <pc:sldMk cId="923444135" sldId="12768"/>
            <ac:spMk id="8" creationId="{2AF81FB2-7D42-6FE7-59FB-A74C0D0B92AA}"/>
          </ac:spMkLst>
        </pc:spChg>
        <pc:spChg chg="add del mod">
          <ac:chgData name="Celso Rodrigo Giusti" userId="d1ac35f3-fe4c-48aa-ac28-902aa99f02c6" providerId="ADAL" clId="{5DACDE4B-B645-4A53-9361-03E1AEDF3758}" dt="2025-08-07T02:17:57.622" v="1124" actId="20577"/>
          <ac:spMkLst>
            <pc:docMk/>
            <pc:sldMk cId="923444135" sldId="12768"/>
            <ac:spMk id="10" creationId="{D70E9015-07FF-CDB9-A71B-8401057DEA57}"/>
          </ac:spMkLst>
        </pc:spChg>
      </pc:sldChg>
      <pc:sldChg chg="new del">
        <pc:chgData name="Celso Rodrigo Giusti" userId="d1ac35f3-fe4c-48aa-ac28-902aa99f02c6" providerId="ADAL" clId="{5DACDE4B-B645-4A53-9361-03E1AEDF3758}" dt="2025-08-07T02:12:40.956" v="811" actId="680"/>
        <pc:sldMkLst>
          <pc:docMk/>
          <pc:sldMk cId="2879948668" sldId="12768"/>
        </pc:sldMkLst>
      </pc:sldChg>
      <pc:sldChg chg="addSp modSp add mod">
        <pc:chgData name="Celso Rodrigo Giusti" userId="d1ac35f3-fe4c-48aa-ac28-902aa99f02c6" providerId="ADAL" clId="{5DACDE4B-B645-4A53-9361-03E1AEDF3758}" dt="2025-08-07T02:21:47.846" v="1339" actId="1037"/>
        <pc:sldMkLst>
          <pc:docMk/>
          <pc:sldMk cId="2749109779" sldId="12769"/>
        </pc:sldMkLst>
        <pc:spChg chg="mod">
          <ac:chgData name="Celso Rodrigo Giusti" userId="d1ac35f3-fe4c-48aa-ac28-902aa99f02c6" providerId="ADAL" clId="{5DACDE4B-B645-4A53-9361-03E1AEDF3758}" dt="2025-08-07T02:20:25.494" v="1288" actId="1076"/>
          <ac:spMkLst>
            <pc:docMk/>
            <pc:sldMk cId="2749109779" sldId="12769"/>
            <ac:spMk id="6" creationId="{C5714C1A-FD88-60D0-477A-EF6F24356D23}"/>
          </ac:spMkLst>
        </pc:spChg>
        <pc:spChg chg="mod">
          <ac:chgData name="Celso Rodrigo Giusti" userId="d1ac35f3-fe4c-48aa-ac28-902aa99f02c6" providerId="ADAL" clId="{5DACDE4B-B645-4A53-9361-03E1AEDF3758}" dt="2025-08-07T02:20:25.494" v="1288" actId="1076"/>
          <ac:spMkLst>
            <pc:docMk/>
            <pc:sldMk cId="2749109779" sldId="12769"/>
            <ac:spMk id="7" creationId="{58085AB9-7DD9-EB71-2A96-B8FF0D287678}"/>
          </ac:spMkLst>
        </pc:spChg>
        <pc:spChg chg="mod">
          <ac:chgData name="Celso Rodrigo Giusti" userId="d1ac35f3-fe4c-48aa-ac28-902aa99f02c6" providerId="ADAL" clId="{5DACDE4B-B645-4A53-9361-03E1AEDF3758}" dt="2025-08-07T02:18:19.779" v="1148" actId="20577"/>
          <ac:spMkLst>
            <pc:docMk/>
            <pc:sldMk cId="2749109779" sldId="12769"/>
            <ac:spMk id="8" creationId="{BAEC789A-1159-CFFE-B93B-88387D03F945}"/>
          </ac:spMkLst>
        </pc:spChg>
        <pc:spChg chg="mod">
          <ac:chgData name="Celso Rodrigo Giusti" userId="d1ac35f3-fe4c-48aa-ac28-902aa99f02c6" providerId="ADAL" clId="{5DACDE4B-B645-4A53-9361-03E1AEDF3758}" dt="2025-08-07T02:21:15.127" v="1328" actId="20577"/>
          <ac:spMkLst>
            <pc:docMk/>
            <pc:sldMk cId="2749109779" sldId="12769"/>
            <ac:spMk id="10" creationId="{23B1618D-9BE9-2FA9-22E0-8837C4214C37}"/>
          </ac:spMkLst>
        </pc:spChg>
        <pc:grpChg chg="mod">
          <ac:chgData name="Celso Rodrigo Giusti" userId="d1ac35f3-fe4c-48aa-ac28-902aa99f02c6" providerId="ADAL" clId="{5DACDE4B-B645-4A53-9361-03E1AEDF3758}" dt="2025-08-07T02:20:25.494" v="1288" actId="1076"/>
          <ac:grpSpMkLst>
            <pc:docMk/>
            <pc:sldMk cId="2749109779" sldId="12769"/>
            <ac:grpSpMk id="5" creationId="{4FDB39BE-A83B-A180-6A2E-A33B44E3B5AA}"/>
          </ac:grpSpMkLst>
        </pc:grpChg>
      </pc:sldChg>
      <pc:sldChg chg="addSp delSp modSp add mod">
        <pc:chgData name="Celso Rodrigo Giusti" userId="d1ac35f3-fe4c-48aa-ac28-902aa99f02c6" providerId="ADAL" clId="{5DACDE4B-B645-4A53-9361-03E1AEDF3758}" dt="2025-08-07T02:24:56.551" v="1543" actId="1076"/>
        <pc:sldMkLst>
          <pc:docMk/>
          <pc:sldMk cId="3576729845" sldId="12770"/>
        </pc:sldMkLst>
        <pc:spChg chg="mod">
          <ac:chgData name="Celso Rodrigo Giusti" userId="d1ac35f3-fe4c-48aa-ac28-902aa99f02c6" providerId="ADAL" clId="{5DACDE4B-B645-4A53-9361-03E1AEDF3758}" dt="2025-08-07T02:24:43.082" v="1540" actId="1076"/>
          <ac:spMkLst>
            <pc:docMk/>
            <pc:sldMk cId="3576729845" sldId="12770"/>
            <ac:spMk id="6" creationId="{08730D6E-52DA-1307-9528-C1B452465EFF}"/>
          </ac:spMkLst>
        </pc:spChg>
        <pc:spChg chg="mod">
          <ac:chgData name="Celso Rodrigo Giusti" userId="d1ac35f3-fe4c-48aa-ac28-902aa99f02c6" providerId="ADAL" clId="{5DACDE4B-B645-4A53-9361-03E1AEDF3758}" dt="2025-08-07T02:24:43.082" v="1540" actId="1076"/>
          <ac:spMkLst>
            <pc:docMk/>
            <pc:sldMk cId="3576729845" sldId="12770"/>
            <ac:spMk id="7" creationId="{026205B7-7F69-BCE7-FA5D-CD021DE0DC10}"/>
          </ac:spMkLst>
        </pc:spChg>
        <pc:spChg chg="mod">
          <ac:chgData name="Celso Rodrigo Giusti" userId="d1ac35f3-fe4c-48aa-ac28-902aa99f02c6" providerId="ADAL" clId="{5DACDE4B-B645-4A53-9361-03E1AEDF3758}" dt="2025-08-07T02:24:34.287" v="1537" actId="20577"/>
          <ac:spMkLst>
            <pc:docMk/>
            <pc:sldMk cId="3576729845" sldId="12770"/>
            <ac:spMk id="10" creationId="{901069F9-A835-EAE6-C7F1-92F329A6FCFF}"/>
          </ac:spMkLst>
        </pc:spChg>
        <pc:grpChg chg="mod">
          <ac:chgData name="Celso Rodrigo Giusti" userId="d1ac35f3-fe4c-48aa-ac28-902aa99f02c6" providerId="ADAL" clId="{5DACDE4B-B645-4A53-9361-03E1AEDF3758}" dt="2025-08-07T02:24:43.082" v="1540" actId="1076"/>
          <ac:grpSpMkLst>
            <pc:docMk/>
            <pc:sldMk cId="3576729845" sldId="12770"/>
            <ac:grpSpMk id="5" creationId="{9268EBF7-A3AD-6300-75D9-410E81D913ED}"/>
          </ac:grpSpMkLst>
        </pc:grpChg>
      </pc:sldChg>
      <pc:sldChg chg="addSp delSp modSp add mod">
        <pc:chgData name="Celso Rodrigo Giusti" userId="d1ac35f3-fe4c-48aa-ac28-902aa99f02c6" providerId="ADAL" clId="{5DACDE4B-B645-4A53-9361-03E1AEDF3758}" dt="2025-08-07T02:26:35.128" v="1779" actId="14100"/>
        <pc:sldMkLst>
          <pc:docMk/>
          <pc:sldMk cId="1186496498" sldId="12771"/>
        </pc:sldMkLst>
        <pc:spChg chg="mod">
          <ac:chgData name="Celso Rodrigo Giusti" userId="d1ac35f3-fe4c-48aa-ac28-902aa99f02c6" providerId="ADAL" clId="{5DACDE4B-B645-4A53-9361-03E1AEDF3758}" dt="2025-08-07T02:25:49.440" v="1580" actId="20577"/>
          <ac:spMkLst>
            <pc:docMk/>
            <pc:sldMk cId="1186496498" sldId="12771"/>
            <ac:spMk id="8" creationId="{E65B99B2-AA82-4820-DF95-27C647B8C6D8}"/>
          </ac:spMkLst>
        </pc:spChg>
        <pc:spChg chg="mod">
          <ac:chgData name="Celso Rodrigo Giusti" userId="d1ac35f3-fe4c-48aa-ac28-902aa99f02c6" providerId="ADAL" clId="{5DACDE4B-B645-4A53-9361-03E1AEDF3758}" dt="2025-08-07T02:26:23.711" v="1775" actId="20577"/>
          <ac:spMkLst>
            <pc:docMk/>
            <pc:sldMk cId="1186496498" sldId="12771"/>
            <ac:spMk id="10" creationId="{210E356D-1BC0-7EE1-D69F-13E38E8CA65A}"/>
          </ac:spMkLst>
        </pc:spChg>
      </pc:sldChg>
      <pc:sldChg chg="addSp delSp modSp add mod">
        <pc:chgData name="Celso Rodrigo Giusti" userId="d1ac35f3-fe4c-48aa-ac28-902aa99f02c6" providerId="ADAL" clId="{5DACDE4B-B645-4A53-9361-03E1AEDF3758}" dt="2025-08-07T02:31:14.489" v="1900" actId="1076"/>
        <pc:sldMkLst>
          <pc:docMk/>
          <pc:sldMk cId="4041070651" sldId="12772"/>
        </pc:sldMkLst>
        <pc:spChg chg="mod">
          <ac:chgData name="Celso Rodrigo Giusti" userId="d1ac35f3-fe4c-48aa-ac28-902aa99f02c6" providerId="ADAL" clId="{5DACDE4B-B645-4A53-9361-03E1AEDF3758}" dt="2025-08-07T02:29:19.026" v="1848" actId="1076"/>
          <ac:spMkLst>
            <pc:docMk/>
            <pc:sldMk cId="4041070651" sldId="12772"/>
            <ac:spMk id="6" creationId="{0BA848DF-ADE0-B1F9-F5BC-2E2C2A1CA3EA}"/>
          </ac:spMkLst>
        </pc:spChg>
        <pc:spChg chg="mod">
          <ac:chgData name="Celso Rodrigo Giusti" userId="d1ac35f3-fe4c-48aa-ac28-902aa99f02c6" providerId="ADAL" clId="{5DACDE4B-B645-4A53-9361-03E1AEDF3758}" dt="2025-08-07T02:29:19.026" v="1848" actId="1076"/>
          <ac:spMkLst>
            <pc:docMk/>
            <pc:sldMk cId="4041070651" sldId="12772"/>
            <ac:spMk id="7" creationId="{280CCFD0-092C-A84B-729D-477848EA6D39}"/>
          </ac:spMkLst>
        </pc:spChg>
        <pc:spChg chg="mod">
          <ac:chgData name="Celso Rodrigo Giusti" userId="d1ac35f3-fe4c-48aa-ac28-902aa99f02c6" providerId="ADAL" clId="{5DACDE4B-B645-4A53-9361-03E1AEDF3758}" dt="2025-08-07T02:28:38.706" v="1802" actId="20577"/>
          <ac:spMkLst>
            <pc:docMk/>
            <pc:sldMk cId="4041070651" sldId="12772"/>
            <ac:spMk id="8" creationId="{488267F1-D739-C232-D31D-AE19B5D6F1AB}"/>
          </ac:spMkLst>
        </pc:spChg>
        <pc:spChg chg="mod">
          <ac:chgData name="Celso Rodrigo Giusti" userId="d1ac35f3-fe4c-48aa-ac28-902aa99f02c6" providerId="ADAL" clId="{5DACDE4B-B645-4A53-9361-03E1AEDF3758}" dt="2025-08-07T02:28:55.506" v="1841" actId="20577"/>
          <ac:spMkLst>
            <pc:docMk/>
            <pc:sldMk cId="4041070651" sldId="12772"/>
            <ac:spMk id="10" creationId="{3100C810-2268-FBC3-4D85-EC6E576B14A4}"/>
          </ac:spMkLst>
        </pc:spChg>
        <pc:grpChg chg="mod">
          <ac:chgData name="Celso Rodrigo Giusti" userId="d1ac35f3-fe4c-48aa-ac28-902aa99f02c6" providerId="ADAL" clId="{5DACDE4B-B645-4A53-9361-03E1AEDF3758}" dt="2025-08-07T02:29:19.026" v="1848" actId="1076"/>
          <ac:grpSpMkLst>
            <pc:docMk/>
            <pc:sldMk cId="4041070651" sldId="12772"/>
            <ac:grpSpMk id="5" creationId="{856ABD67-5A82-402A-7E4A-1E7B10310A75}"/>
          </ac:grpSpMkLst>
        </pc:grpChg>
      </pc:sldChg>
      <pc:sldChg chg="addSp delSp modSp add mod">
        <pc:chgData name="Celso Rodrigo Giusti" userId="d1ac35f3-fe4c-48aa-ac28-902aa99f02c6" providerId="ADAL" clId="{5DACDE4B-B645-4A53-9361-03E1AEDF3758}" dt="2025-08-07T02:33:16.887" v="1980" actId="732"/>
        <pc:sldMkLst>
          <pc:docMk/>
          <pc:sldMk cId="324227292" sldId="12773"/>
        </pc:sldMkLst>
        <pc:spChg chg="mod">
          <ac:chgData name="Celso Rodrigo Giusti" userId="d1ac35f3-fe4c-48aa-ac28-902aa99f02c6" providerId="ADAL" clId="{5DACDE4B-B645-4A53-9361-03E1AEDF3758}" dt="2025-08-07T02:32:34.543" v="1974" actId="1076"/>
          <ac:spMkLst>
            <pc:docMk/>
            <pc:sldMk cId="324227292" sldId="12773"/>
            <ac:spMk id="6" creationId="{3959687B-CEFF-B5D1-172C-01FEC615F1C6}"/>
          </ac:spMkLst>
        </pc:spChg>
        <pc:spChg chg="mod">
          <ac:chgData name="Celso Rodrigo Giusti" userId="d1ac35f3-fe4c-48aa-ac28-902aa99f02c6" providerId="ADAL" clId="{5DACDE4B-B645-4A53-9361-03E1AEDF3758}" dt="2025-08-07T02:32:34.543" v="1974" actId="1076"/>
          <ac:spMkLst>
            <pc:docMk/>
            <pc:sldMk cId="324227292" sldId="12773"/>
            <ac:spMk id="7" creationId="{B189F938-7423-91C1-366D-15742402F4BA}"/>
          </ac:spMkLst>
        </pc:spChg>
        <pc:spChg chg="mod">
          <ac:chgData name="Celso Rodrigo Giusti" userId="d1ac35f3-fe4c-48aa-ac28-902aa99f02c6" providerId="ADAL" clId="{5DACDE4B-B645-4A53-9361-03E1AEDF3758}" dt="2025-08-07T02:31:29.841" v="1921" actId="20577"/>
          <ac:spMkLst>
            <pc:docMk/>
            <pc:sldMk cId="324227292" sldId="12773"/>
            <ac:spMk id="8" creationId="{5178EB74-6D44-3047-2A0F-A5E541789E99}"/>
          </ac:spMkLst>
        </pc:spChg>
        <pc:spChg chg="mod">
          <ac:chgData name="Celso Rodrigo Giusti" userId="d1ac35f3-fe4c-48aa-ac28-902aa99f02c6" providerId="ADAL" clId="{5DACDE4B-B645-4A53-9361-03E1AEDF3758}" dt="2025-08-07T02:31:50.920" v="1965" actId="20577"/>
          <ac:spMkLst>
            <pc:docMk/>
            <pc:sldMk cId="324227292" sldId="12773"/>
            <ac:spMk id="10" creationId="{5FB8F5C4-A210-A931-1D11-07CF8AE8D7C7}"/>
          </ac:spMkLst>
        </pc:spChg>
        <pc:grpChg chg="mod">
          <ac:chgData name="Celso Rodrigo Giusti" userId="d1ac35f3-fe4c-48aa-ac28-902aa99f02c6" providerId="ADAL" clId="{5DACDE4B-B645-4A53-9361-03E1AEDF3758}" dt="2025-08-07T02:32:34.543" v="1974" actId="1076"/>
          <ac:grpSpMkLst>
            <pc:docMk/>
            <pc:sldMk cId="324227292" sldId="12773"/>
            <ac:grpSpMk id="5" creationId="{0A3E38AB-D539-913B-C016-0FAA41116801}"/>
          </ac:grpSpMkLst>
        </pc:grpChg>
      </pc:sldChg>
      <pc:sldChg chg="addSp delSp modSp add mod">
        <pc:chgData name="Celso Rodrigo Giusti" userId="d1ac35f3-fe4c-48aa-ac28-902aa99f02c6" providerId="ADAL" clId="{5DACDE4B-B645-4A53-9361-03E1AEDF3758}" dt="2025-08-07T02:35:31.404" v="2160" actId="1076"/>
        <pc:sldMkLst>
          <pc:docMk/>
          <pc:sldMk cId="3421922823" sldId="12774"/>
        </pc:sldMkLst>
        <pc:spChg chg="mod">
          <ac:chgData name="Celso Rodrigo Giusti" userId="d1ac35f3-fe4c-48aa-ac28-902aa99f02c6" providerId="ADAL" clId="{5DACDE4B-B645-4A53-9361-03E1AEDF3758}" dt="2025-08-07T02:34:59.785" v="2152" actId="1076"/>
          <ac:spMkLst>
            <pc:docMk/>
            <pc:sldMk cId="3421922823" sldId="12774"/>
            <ac:spMk id="6" creationId="{831A448C-516D-3919-294E-26104AC6C1A2}"/>
          </ac:spMkLst>
        </pc:spChg>
        <pc:spChg chg="mod">
          <ac:chgData name="Celso Rodrigo Giusti" userId="d1ac35f3-fe4c-48aa-ac28-902aa99f02c6" providerId="ADAL" clId="{5DACDE4B-B645-4A53-9361-03E1AEDF3758}" dt="2025-08-07T02:34:59.785" v="2152" actId="1076"/>
          <ac:spMkLst>
            <pc:docMk/>
            <pc:sldMk cId="3421922823" sldId="12774"/>
            <ac:spMk id="7" creationId="{89C30473-F9C7-3C53-C6BD-4C84003777B2}"/>
          </ac:spMkLst>
        </pc:spChg>
        <pc:spChg chg="mod">
          <ac:chgData name="Celso Rodrigo Giusti" userId="d1ac35f3-fe4c-48aa-ac28-902aa99f02c6" providerId="ADAL" clId="{5DACDE4B-B645-4A53-9361-03E1AEDF3758}" dt="2025-08-07T02:33:51.704" v="2022" actId="20577"/>
          <ac:spMkLst>
            <pc:docMk/>
            <pc:sldMk cId="3421922823" sldId="12774"/>
            <ac:spMk id="8" creationId="{8EC497E4-DA78-D10A-832F-3295E1618E92}"/>
          </ac:spMkLst>
        </pc:spChg>
        <pc:spChg chg="mod">
          <ac:chgData name="Celso Rodrigo Giusti" userId="d1ac35f3-fe4c-48aa-ac28-902aa99f02c6" providerId="ADAL" clId="{5DACDE4B-B645-4A53-9361-03E1AEDF3758}" dt="2025-08-07T02:34:47.743" v="2149" actId="113"/>
          <ac:spMkLst>
            <pc:docMk/>
            <pc:sldMk cId="3421922823" sldId="12774"/>
            <ac:spMk id="10" creationId="{65DB33CF-FDA6-486B-11EA-A9E7B2104B18}"/>
          </ac:spMkLst>
        </pc:spChg>
        <pc:grpChg chg="mod">
          <ac:chgData name="Celso Rodrigo Giusti" userId="d1ac35f3-fe4c-48aa-ac28-902aa99f02c6" providerId="ADAL" clId="{5DACDE4B-B645-4A53-9361-03E1AEDF3758}" dt="2025-08-07T02:34:59.785" v="2152" actId="1076"/>
          <ac:grpSpMkLst>
            <pc:docMk/>
            <pc:sldMk cId="3421922823" sldId="12774"/>
            <ac:grpSpMk id="5" creationId="{E0A55014-89B2-3ECE-BD63-7F66DB85D4B6}"/>
          </ac:grpSpMkLst>
        </pc:grpChg>
      </pc:sldChg>
      <pc:sldChg chg="addSp delSp modSp add mod">
        <pc:chgData name="Celso Rodrigo Giusti" userId="d1ac35f3-fe4c-48aa-ac28-902aa99f02c6" providerId="ADAL" clId="{5DACDE4B-B645-4A53-9361-03E1AEDF3758}" dt="2025-08-07T02:39:57.245" v="2209" actId="1076"/>
        <pc:sldMkLst>
          <pc:docMk/>
          <pc:sldMk cId="2383448451" sldId="12775"/>
        </pc:sldMkLst>
      </pc:sldChg>
      <pc:sldChg chg="addSp delSp modSp add mod">
        <pc:chgData name="Celso Rodrigo Giusti" userId="d1ac35f3-fe4c-48aa-ac28-902aa99f02c6" providerId="ADAL" clId="{5DACDE4B-B645-4A53-9361-03E1AEDF3758}" dt="2025-08-11T10:05:14.020" v="2228" actId="1076"/>
        <pc:sldMkLst>
          <pc:docMk/>
          <pc:sldMk cId="2163426136" sldId="12776"/>
        </pc:sldMkLst>
        <pc:spChg chg="mod">
          <ac:chgData name="Celso Rodrigo Giusti" userId="d1ac35f3-fe4c-48aa-ac28-902aa99f02c6" providerId="ADAL" clId="{5DACDE4B-B645-4A53-9361-03E1AEDF3758}" dt="2025-08-11T10:04:38.549" v="2221" actId="20577"/>
          <ac:spMkLst>
            <pc:docMk/>
            <pc:sldMk cId="2163426136" sldId="12776"/>
            <ac:spMk id="10" creationId="{2AB20A09-F62B-CC68-1BA0-3D5088F0CC34}"/>
          </ac:spMkLst>
        </pc:spChg>
      </pc:sldChg>
      <pc:sldChg chg="addSp delSp modSp add mod">
        <pc:chgData name="Celso Rodrigo Giusti" userId="d1ac35f3-fe4c-48aa-ac28-902aa99f02c6" providerId="ADAL" clId="{5DACDE4B-B645-4A53-9361-03E1AEDF3758}" dt="2025-08-11T10:06:11.733" v="2261" actId="1076"/>
        <pc:sldMkLst>
          <pc:docMk/>
          <pc:sldMk cId="2634201587" sldId="12777"/>
        </pc:sldMkLst>
      </pc:sldChg>
      <pc:sldChg chg="addSp delSp modSp add mod">
        <pc:chgData name="Celso Rodrigo Giusti" userId="d1ac35f3-fe4c-48aa-ac28-902aa99f02c6" providerId="ADAL" clId="{5DACDE4B-B645-4A53-9361-03E1AEDF3758}" dt="2025-08-11T10:08:55.321" v="2386" actId="1076"/>
        <pc:sldMkLst>
          <pc:docMk/>
          <pc:sldMk cId="2338187501" sldId="12778"/>
        </pc:sldMkLst>
      </pc:sldChg>
      <pc:sldChg chg="addSp delSp modSp add mod">
        <pc:chgData name="Celso Rodrigo Giusti" userId="d1ac35f3-fe4c-48aa-ac28-902aa99f02c6" providerId="ADAL" clId="{5DACDE4B-B645-4A53-9361-03E1AEDF3758}" dt="2025-08-11T10:12:15.265" v="2397" actId="1076"/>
        <pc:sldMkLst>
          <pc:docMk/>
          <pc:sldMk cId="3217231587" sldId="12779"/>
        </pc:sldMkLst>
      </pc:sldChg>
      <pc:sldChg chg="addSp delSp modSp add mod">
        <pc:chgData name="Celso Rodrigo Giusti" userId="d1ac35f3-fe4c-48aa-ac28-902aa99f02c6" providerId="ADAL" clId="{5DACDE4B-B645-4A53-9361-03E1AEDF3758}" dt="2025-08-11T10:13:08.281" v="2419" actId="1076"/>
        <pc:sldMkLst>
          <pc:docMk/>
          <pc:sldMk cId="3399780848" sldId="12780"/>
        </pc:sldMkLst>
      </pc:sldChg>
      <pc:sldChg chg="addSp delSp modSp add mod">
        <pc:chgData name="Celso Rodrigo Giusti" userId="d1ac35f3-fe4c-48aa-ac28-902aa99f02c6" providerId="ADAL" clId="{5DACDE4B-B645-4A53-9361-03E1AEDF3758}" dt="2025-08-11T10:14:09.386" v="2432" actId="1076"/>
        <pc:sldMkLst>
          <pc:docMk/>
          <pc:sldMk cId="788419440" sldId="12781"/>
        </pc:sldMkLst>
      </pc:sldChg>
      <pc:sldChg chg="addSp delSp modSp add mod">
        <pc:chgData name="Celso Rodrigo Giusti" userId="d1ac35f3-fe4c-48aa-ac28-902aa99f02c6" providerId="ADAL" clId="{5DACDE4B-B645-4A53-9361-03E1AEDF3758}" dt="2025-08-11T10:18:06.838" v="2654" actId="1076"/>
        <pc:sldMkLst>
          <pc:docMk/>
          <pc:sldMk cId="3659946423" sldId="12782"/>
        </pc:sldMkLst>
        <pc:spChg chg="mod">
          <ac:chgData name="Celso Rodrigo Giusti" userId="d1ac35f3-fe4c-48aa-ac28-902aa99f02c6" providerId="ADAL" clId="{5DACDE4B-B645-4A53-9361-03E1AEDF3758}" dt="2025-08-11T10:16:37.265" v="2464" actId="20577"/>
          <ac:spMkLst>
            <pc:docMk/>
            <pc:sldMk cId="3659946423" sldId="12782"/>
            <ac:spMk id="8" creationId="{AA40E767-C255-D2AC-A163-CC58B2BFF058}"/>
          </ac:spMkLst>
        </pc:spChg>
        <pc:spChg chg="mod">
          <ac:chgData name="Celso Rodrigo Giusti" userId="d1ac35f3-fe4c-48aa-ac28-902aa99f02c6" providerId="ADAL" clId="{5DACDE4B-B645-4A53-9361-03E1AEDF3758}" dt="2025-08-11T10:17:34.102" v="2646" actId="5793"/>
          <ac:spMkLst>
            <pc:docMk/>
            <pc:sldMk cId="3659946423" sldId="12782"/>
            <ac:spMk id="10" creationId="{2754528C-6F97-FB56-7958-DB1528591BE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/>
          <p:cNvSpPr/>
          <p:nvPr/>
        </p:nvSpPr>
        <p:spPr>
          <a:xfrm>
            <a:off x="7561289" y="8666140"/>
            <a:ext cx="3165421" cy="809423"/>
          </a:xfrm>
          <a:custGeom>
            <a:avLst/>
            <a:gdLst/>
            <a:ahLst/>
            <a:cxnLst/>
            <a:rect l="l" t="t" r="r" b="b"/>
            <a:pathLst>
              <a:path w="3165421" h="809423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4245010" y="3685100"/>
            <a:ext cx="9691835" cy="2675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4"/>
              </a:lnSpc>
              <a:spcBef>
                <a:spcPct val="0"/>
              </a:spcBef>
            </a:pPr>
            <a:r>
              <a:rPr lang="pt-BR" sz="7624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JavaScript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2396" y="962025"/>
            <a:ext cx="3337062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pt-BR" sz="2400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Professores</a:t>
            </a:r>
            <a:endParaRPr lang="pt-BR" sz="2400" b="1" noProof="0" dirty="0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70685" y="1442736"/>
            <a:ext cx="4746630" cy="128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pt-BR" sz="240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pt-BR" sz="240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Filho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pt-BR" sz="240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/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noProof="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uma Função?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43296" y="3582670"/>
            <a:ext cx="14443833" cy="288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Bloco de Código que pode ser definido uma vez e executado várias vezes.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Funções são usadas para encapsular a lógica, reutilizar o Código e organizar o programa.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EC40-2239-3F59-3E65-1AB74547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746EBD-180F-9F75-D43B-8298292FFFA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FD84B6-C0E2-A729-3817-F74131D5B0FF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B5FC16D-01D5-49D2-6F08-25BF563971FB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5BC9A2-1686-C878-402C-6E8C4F04843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577D81-70DD-9EBF-6661-8A820FD67D84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FF77E4-60D7-6576-96A5-4AF7C0C6BD5B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1D8BAB2-6CB4-1699-E977-810F20E6399F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Sintaxe Básica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27DEE99-D16B-B396-C005-D6980A42EDA8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258E5A5-A24B-5778-CF94-2091CA505E1D}"/>
              </a:ext>
            </a:extLst>
          </p:cNvPr>
          <p:cNvSpPr txBox="1"/>
          <p:nvPr/>
        </p:nvSpPr>
        <p:spPr>
          <a:xfrm>
            <a:off x="2043296" y="3582670"/>
            <a:ext cx="14443833" cy="117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 forma mais comum de definir uma função em JavaScript é usando a palavra chave </a:t>
            </a:r>
            <a:r>
              <a:rPr lang="pt-BR" sz="3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function</a:t>
            </a:r>
            <a:r>
              <a:rPr lang="pt-BR" sz="32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.</a:t>
            </a: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24FA58C-4F2E-99E4-A8B8-56DD66C8C79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2D3F0DE-957C-CDBE-F9DF-03F103DA8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5358" y="5869920"/>
            <a:ext cx="12839707" cy="276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2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A493-695E-5FA2-C77F-E1069356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627B43-D20C-F93A-FC5A-D7A97AEBB4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60BDA0-2E83-2DB0-470F-809BA50DEBBF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2C783E7-EA86-D6A2-251E-5D2CA4C8FC88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66DAA4E-0AA0-0052-41CB-6AB833362C10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C31601C-5111-21D9-42AC-CEFA5A907A00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A73FAF3-B33D-93C0-915A-0E1037974C1D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BF50E17-76F9-CA5E-D00E-F19D9146C630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Parâmetros x Argumentos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38F6293-2621-6EF6-045D-88C098E590D7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DE3736-EAE2-90A7-1F24-AD7A06349336}"/>
              </a:ext>
            </a:extLst>
          </p:cNvPr>
          <p:cNvSpPr txBox="1"/>
          <p:nvPr/>
        </p:nvSpPr>
        <p:spPr>
          <a:xfrm>
            <a:off x="2043296" y="3582670"/>
            <a:ext cx="14443833" cy="765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200" b="1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Parâmetros: </a:t>
            </a:r>
            <a:r>
              <a:rPr lang="pt-BR" sz="32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variáveis listadas na DEFINIÇÃO da função;</a:t>
            </a:r>
          </a:p>
          <a:p>
            <a:pPr algn="l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spcAft>
                <a:spcPts val="600"/>
              </a:spcAft>
            </a:pPr>
            <a:r>
              <a:rPr lang="pt-BR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Argumentos: 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Valores passados para função quando ela é CHAMADA.</a:t>
            </a:r>
          </a:p>
          <a:p>
            <a:pPr algn="l">
              <a:spcAft>
                <a:spcPts val="600"/>
              </a:spcAft>
            </a:pPr>
            <a:endParaRPr lang="pt-BR" sz="3200" b="1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endParaRPr lang="pt-BR" sz="3200" b="1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ctr">
              <a:spcAft>
                <a:spcPts val="600"/>
              </a:spcAft>
            </a:pPr>
            <a:r>
              <a:rPr lang="pt-BR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AGORA,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vamos estudar os tipos de Função.</a:t>
            </a:r>
            <a:endParaRPr lang="pt-BR" sz="3200" b="1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C5487D4-813D-7D88-C58C-5BF74572C0F0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5F75D2B-B822-8FF5-9C9F-7FB4817C4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451" y="5543457"/>
            <a:ext cx="10319521" cy="355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F422-3F51-5979-ABDF-4C06123A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E7624C-32B2-E065-0A1E-8D49F97FBD6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FBFE3F-6B6A-58CB-A88B-4622F4301DDA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3EED27B-189A-1D7E-76AD-C8FA6375D138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9281A4B-6774-AB42-5B61-27CCD939DDBD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BF20EF3-8C55-EF8A-4314-8DC8A995FC3C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6D48A1A-341A-F99B-CB77-591A097CFF21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AF81FB2-7D42-6FE7-59FB-A74C0D0B92AA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Declaradas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4BA3082-F7AB-AC0A-693D-72DCB2818EED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0E9015-07FF-CDB9-A71B-8401057DEA57}"/>
              </a:ext>
            </a:extLst>
          </p:cNvPr>
          <p:cNvSpPr txBox="1"/>
          <p:nvPr/>
        </p:nvSpPr>
        <p:spPr>
          <a:xfrm>
            <a:off x="2043296" y="3582670"/>
            <a:ext cx="14443833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Funções definidas usando a palavra-chave </a:t>
            </a:r>
            <a:r>
              <a:rPr lang="pt-BR" sz="3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function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. Elas são </a:t>
            </a:r>
            <a:r>
              <a:rPr lang="pt-BR" sz="3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hoisted</a:t>
            </a:r>
            <a:r>
              <a:rPr lang="pt-BR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, 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ou seja, podem ser chamadas antes da definição do código.</a:t>
            </a: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8DEC6EA-531D-EA2C-CD73-A2675691BD42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174;g333b5967ec8_0_15">
            <a:extLst>
              <a:ext uri="{FF2B5EF4-FFF2-40B4-BE49-F238E27FC236}">
                <a16:creationId xmlns:a16="http://schemas.microsoft.com/office/drawing/2014/main" id="{C33E752E-728B-551B-E101-D68EBE32EA9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4659" y="5522719"/>
            <a:ext cx="10301105" cy="3682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3444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8630-F8C8-1CEA-4D78-E22C686B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1195B8-3368-131E-6724-757EF72EFD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1F8582-836E-AC72-F03D-D511C19F0979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5CB954B-597B-50E1-A3A7-104CAD8BB54F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FDB39BE-A83B-A180-6A2E-A33B44E3B5A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714C1A-FD88-60D0-477A-EF6F24356D23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085AB9-7DD9-EB71-2A96-B8FF0D287678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AEC789A-1159-CFFE-B93B-88387D03F945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Expressas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63EB12F-C0EE-515B-AB0C-EA74EA5D9542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B1618D-9BE9-2FA9-22E0-8837C4214C37}"/>
              </a:ext>
            </a:extLst>
          </p:cNvPr>
          <p:cNvSpPr txBox="1"/>
          <p:nvPr/>
        </p:nvSpPr>
        <p:spPr>
          <a:xfrm>
            <a:off x="2043296" y="3582670"/>
            <a:ext cx="14443833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São funções atribuídas a variáveis. Elas não são </a:t>
            </a:r>
            <a:r>
              <a:rPr lang="pt-BR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hoisted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, ou seja, só podem ser chamadas após a sua definição.</a:t>
            </a: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FAC0F38-BCE8-1128-AEB2-6DD114BF885B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182;g334e77d145e_0_41">
            <a:extLst>
              <a:ext uri="{FF2B5EF4-FFF2-40B4-BE49-F238E27FC236}">
                <a16:creationId xmlns:a16="http://schemas.microsoft.com/office/drawing/2014/main" id="{FEBDE05E-0331-62D7-C7E4-88674EED771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1467" y="5574436"/>
            <a:ext cx="9287490" cy="39605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910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F32D-7E4C-900A-F33C-37C23A33D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CDB3D2-5FAA-EA5C-67D4-52008C9C935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41BE9D-1A46-FA89-2DAF-0A0F2CFA1988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6730324-7408-C269-B1A5-2E0EF8DE24C2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268EBF7-A3AD-6300-75D9-410E81D913ED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730D6E-52DA-1307-9528-C1B452465EFF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6205B7-7F69-BCE7-FA5D-CD021DE0DC10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DACF404-7605-94E4-80CC-ECD2EDFBECB0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Anônimas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11ECCD2-6E4C-FDC1-78D0-4CC6F11CAB1C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1069F9-A835-EAE6-C7F1-92F329A6FCFF}"/>
              </a:ext>
            </a:extLst>
          </p:cNvPr>
          <p:cNvSpPr txBox="1"/>
          <p:nvPr/>
        </p:nvSpPr>
        <p:spPr>
          <a:xfrm>
            <a:off x="2043296" y="3582670"/>
            <a:ext cx="14443833" cy="74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</a:pPr>
            <a:r>
              <a:rPr lang="pt-BR" sz="32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São funções sem nome, geralmente usadas como argumentos para outras funções.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D59C2CF-C6DE-FAF5-8DC0-308E0F0682F1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190;g334e77d145e_0_49">
            <a:extLst>
              <a:ext uri="{FF2B5EF4-FFF2-40B4-BE49-F238E27FC236}">
                <a16:creationId xmlns:a16="http://schemas.microsoft.com/office/drawing/2014/main" id="{5A0D08D3-E960-05F8-F22F-D058FAACE52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9003" y="5771202"/>
            <a:ext cx="9909994" cy="35537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72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1F78-5BE2-D385-4860-0D5C48E9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2B96D2-88A0-B709-5D73-820F4A1BF8D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D2F91BF-59A5-BACF-9A3A-F498AE2CF24F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DC26AAA-C61A-5FDD-ED95-032D1A724D5D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0D75C7E-DA66-893E-BA03-1E3261D98DD0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7128BFC-FF09-3029-BDE7-1B3F822547CE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033E0A-3691-7664-F903-A206F7E9F466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65B99B2-AA82-4820-DF95-27C647B8C6D8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Arrow </a:t>
            </a:r>
            <a:r>
              <a:rPr lang="pt-BR" sz="6000" dirty="0" err="1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8BB01B1-2011-2E03-6D5F-CE55ABEB9DDD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0E356D-1BC0-7EE1-D69F-13E38E8CA65A}"/>
              </a:ext>
            </a:extLst>
          </p:cNvPr>
          <p:cNvSpPr txBox="1"/>
          <p:nvPr/>
        </p:nvSpPr>
        <p:spPr>
          <a:xfrm>
            <a:off x="2043296" y="3582670"/>
            <a:ext cx="14443833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Também são funções anônimas, porém, possuem uma sintaxe mais curta.</a:t>
            </a: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E870CAE-97EB-6EA5-F81D-8E9B59FBCE8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198;g334e77d145e_0_57">
            <a:extLst>
              <a:ext uri="{FF2B5EF4-FFF2-40B4-BE49-F238E27FC236}">
                <a16:creationId xmlns:a16="http://schemas.microsoft.com/office/drawing/2014/main" id="{09259F72-F57C-00AB-D0D5-A0079ABC152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2632" y="5445127"/>
            <a:ext cx="12202602" cy="3095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49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8C74-091A-4658-FA5E-18C7ACA2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1010E3-DE0C-8BA8-A6E4-B036A9AE4B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50556A-57CB-EBCD-D01E-18D33806BDBC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F8F5292-0953-258A-A966-F819BE912C4B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56ABD67-5A82-402A-7E4A-1E7B10310A75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A848DF-ADE0-B1F9-F5BC-2E2C2A1CA3EA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0CCFD0-092C-A84B-729D-477848EA6D39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88267F1-D739-C232-D31D-AE19B5D6F1AB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Arrow Imediatas IIFE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3BF1DE-C047-13AC-95C8-BC3DFD0C3943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100C810-2268-FBC3-4D85-EC6E576B14A4}"/>
              </a:ext>
            </a:extLst>
          </p:cNvPr>
          <p:cNvSpPr txBox="1"/>
          <p:nvPr/>
        </p:nvSpPr>
        <p:spPr>
          <a:xfrm>
            <a:off x="2043296" y="3582670"/>
            <a:ext cx="14443833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São funções que são executadas imediatamente após a sua definição.</a:t>
            </a: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2193D1B-636C-AEC6-F027-E23DF3810A41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206;g334e77d145e_0_65">
            <a:extLst>
              <a:ext uri="{FF2B5EF4-FFF2-40B4-BE49-F238E27FC236}">
                <a16:creationId xmlns:a16="http://schemas.microsoft.com/office/drawing/2014/main" id="{33B23348-2E52-32FB-E581-5FF7CB6550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8587" y="5263418"/>
            <a:ext cx="8547151" cy="3458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07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A13D-6587-CCCA-1E15-E2B38655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B7FCA0-4485-4C09-3CC3-8FC33ED80A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5BC6A5-863A-A6CF-ABB8-1013AD25A235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440C3BD-829D-C2A5-4E9C-AE15E5129A39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A3E38AB-D539-913B-C016-0FAA41116801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959687B-CEFF-B5D1-172C-01FEC615F1C6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89F938-7423-91C1-366D-15742402F4BA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178EB74-6D44-3047-2A0F-A5E541789E99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de </a:t>
            </a:r>
            <a:r>
              <a:rPr lang="pt-BR" sz="6000" dirty="0" err="1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Callbacks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CB6F216-7228-2DA1-8093-0DEDB5730493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B8F5C4-A210-A931-1D11-07CF8AE8D7C7}"/>
              </a:ext>
            </a:extLst>
          </p:cNvPr>
          <p:cNvSpPr txBox="1"/>
          <p:nvPr/>
        </p:nvSpPr>
        <p:spPr>
          <a:xfrm>
            <a:off x="2043296" y="3582670"/>
            <a:ext cx="14443833" cy="132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Uma função de call-back é uma função passada como ARGUMENTO para outra função, que é então invocada dentro da função externa.</a:t>
            </a: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20BD5EF-99A8-CF33-08C2-52DA5BEFC160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214;g334e77d145e_0_81">
            <a:extLst>
              <a:ext uri="{FF2B5EF4-FFF2-40B4-BE49-F238E27FC236}">
                <a16:creationId xmlns:a16="http://schemas.microsoft.com/office/drawing/2014/main" id="{EEE20C6F-65E3-622E-B0B4-757AEB23EDF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0243" y="5299495"/>
            <a:ext cx="11083839" cy="3520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22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56B2-5BD4-B8D5-33DB-F8CE06C6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7A8224-861B-DE54-C4D0-EB8B12C965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AB9CDA5-2ED3-96F3-37C9-7BBD84162F27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754FA03-4B04-30F9-A560-2D9DC90B14D3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0A55014-89B2-3ECE-BD63-7F66DB85D4B6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1A448C-516D-3919-294E-26104AC6C1A2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9C30473-F9C7-3C53-C6BD-4C84003777B2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EC497E4-DA78-D10A-832F-3295E1618E92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Recursivas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88F8B7-0963-EFB7-FF96-E90AB35013C4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5DB33CF-FDA6-486B-11EA-A9E7B2104B18}"/>
              </a:ext>
            </a:extLst>
          </p:cNvPr>
          <p:cNvSpPr txBox="1"/>
          <p:nvPr/>
        </p:nvSpPr>
        <p:spPr>
          <a:xfrm>
            <a:off x="2043296" y="3582670"/>
            <a:ext cx="1444383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São funções que chamam a si mesma.</a:t>
            </a: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97A1CF4-271F-B7C0-583A-AAA9D422FE8E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222;g334e77d145e_0_90">
            <a:extLst>
              <a:ext uri="{FF2B5EF4-FFF2-40B4-BE49-F238E27FC236}">
                <a16:creationId xmlns:a16="http://schemas.microsoft.com/office/drawing/2014/main" id="{C8BD52D1-C1E8-55DE-EEF0-E5219074091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6958" y="4253052"/>
            <a:ext cx="7234084" cy="613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1922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288C-DA33-6C5B-5ABA-C7A5F54E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415248-9C7F-1074-F322-F67BF75AA4A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7388A8-63AC-B993-D44B-1F3F8AABBDFC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0BA6141-D5A3-4C47-CDF0-525D7B4FF276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28B15B7-8358-C7EB-572F-527F6E8D11A3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8D86F92-43DF-297D-AAD5-1FCA5BB0F129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9C01102-F798-5703-6C06-C89012CDF983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242A843-A65D-63B3-AE0E-CC483F8285EE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Assíncronas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5F1FDB9-A5B6-8213-F66B-F3779CD598D9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B20A09-F62B-CC68-1BA0-3D5088F0CC34}"/>
              </a:ext>
            </a:extLst>
          </p:cNvPr>
          <p:cNvSpPr txBox="1"/>
          <p:nvPr/>
        </p:nvSpPr>
        <p:spPr>
          <a:xfrm>
            <a:off x="2043296" y="3582670"/>
            <a:ext cx="14443833" cy="4062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Uma função assíncrona em JavaScript é uma função que pode realizar operações que demoram um certo tempo para serem concluídas (como requisições de rede, leitura de arquivos, consultas a </a:t>
            </a: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banc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 de dados) sem bloquear a execução do código.</a:t>
            </a:r>
          </a:p>
          <a:p>
            <a:pPr algn="l">
              <a:spcAft>
                <a:spcPts val="600"/>
              </a:spcAft>
            </a:pPr>
            <a:endParaRPr lang="pt-BR" sz="2800" b="1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spcAft>
                <a:spcPts val="600"/>
              </a:spcAft>
            </a:pP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Para isso, usamos a palavra-chave </a:t>
            </a: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async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para definir a função como assíncrona e </a:t>
            </a: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await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para esperar a resolução de uma operação assíncrona dentro dela.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745A221-F618-A0C4-8487-A49B309110D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6342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5FFA-CDE6-B743-52EE-A779F019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6D838A-16B1-44A2-7DCB-F742CA9082B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D48EE55-6D04-87A7-C295-AB080D270453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1C6B4FE-0411-1DFD-3AA7-8755285FDAB9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A6BDC9D-63AA-4262-820A-1D313263E077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B95E4BC-0BB9-E793-C9CD-2395CCEAE495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56AA58-0AF7-E394-8FE0-E2ACD18D8C11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64146D3-ACAF-879D-1A14-3CF89CD2F1E0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Assíncronas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0CB738-7CB6-FD27-F778-7027D9EA4821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8B76F7C-00B2-839A-EDB4-235ABC0B0BC5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Google Shape;236;g337009ee3e9_0_11">
            <a:extLst>
              <a:ext uri="{FF2B5EF4-FFF2-40B4-BE49-F238E27FC236}">
                <a16:creationId xmlns:a16="http://schemas.microsoft.com/office/drawing/2014/main" id="{E46665DB-8410-1099-C7F6-87D9B8A0F88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0571" y="3806531"/>
            <a:ext cx="10766858" cy="6187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755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3DB8-8C82-FBE9-1C65-70AC1F51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3E20F2-7A33-47DD-0721-22AC45860AF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99AB98-A7E1-D5EE-EC39-C810407AD201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EB3CAB5-E267-E2C5-93DA-7E87A1CBC862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D2951D5-6A09-7FAE-D504-8A634299850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3427E11-E759-DF63-8D55-8FCC984771AE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DFBFB9-1A33-96EA-CDAC-B66808B07185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A40E767-C255-D2AC-A163-CC58B2BFF058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Funções Assíncronas</a:t>
            </a:r>
            <a:endParaRPr lang="pt-BR" sz="6000" noProof="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133AD0-9F73-2A0A-C4A4-B5565C756C39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pt-BR" sz="2000" b="1" noProof="0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54528C-6F97-FB56-7958-DB1528591BE0}"/>
              </a:ext>
            </a:extLst>
          </p:cNvPr>
          <p:cNvSpPr txBox="1"/>
          <p:nvPr/>
        </p:nvSpPr>
        <p:spPr>
          <a:xfrm>
            <a:off x="2043296" y="3582670"/>
            <a:ext cx="14443833" cy="624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async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define que a função </a:t>
            </a: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buscarDados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() será assíncrona.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await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</a:t>
            </a: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fetch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(...) pausa a execução da função até que a resposta da API seja recebida.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await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</a:t>
            </a:r>
            <a:r>
              <a:rPr lang="pt-BR" sz="2800" noProof="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resposta.json</a:t>
            </a: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() converte a resposta para JSON.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 linha "Essa mensagem aparece antes da resposta da API!" é exibida antes da resposta porque a chamada da API é assíncrona e não bloqueia o restante do código.</a:t>
            </a:r>
          </a:p>
          <a:p>
            <a:pPr algn="l">
              <a:spcAft>
                <a:spcPts val="600"/>
              </a:spcAft>
            </a:pPr>
            <a:endParaRPr lang="pt-BR" sz="28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spcAft>
                <a:spcPts val="600"/>
              </a:spcAft>
            </a:pPr>
            <a:endParaRPr lang="pt-BR" sz="2800" b="1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noProof="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69BDD24-5484-469B-F971-A5635FAD103C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5994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8959883" y="4114356"/>
            <a:ext cx="19050" cy="2058287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10264807" y="4031837"/>
            <a:ext cx="2440335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BR" sz="2400" b="1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Telefone</a:t>
            </a:r>
          </a:p>
          <a:p>
            <a:pPr algn="l">
              <a:lnSpc>
                <a:spcPts val="3359"/>
              </a:lnSpc>
            </a:pPr>
            <a:r>
              <a:rPr lang="pt-BR" sz="2400" noProof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64807" y="2580894"/>
            <a:ext cx="5397980" cy="985341"/>
            <a:chOff x="0" y="-85725"/>
            <a:chExt cx="7197307" cy="1313786"/>
          </a:xfrm>
        </p:grpSpPr>
        <p:sp>
          <p:nvSpPr>
            <p:cNvPr id="6" name="TextBox 6"/>
            <p:cNvSpPr txBox="1"/>
            <p:nvPr/>
          </p:nvSpPr>
          <p:spPr>
            <a:xfrm>
              <a:off x="0" y="677142"/>
              <a:ext cx="4778571" cy="5509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pt-BR" sz="2400" noProof="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 – Itu/SP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7197307" cy="629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pt-BR" sz="2799" b="1" noProof="0" dirty="0">
                  <a:solidFill>
                    <a:srgbClr val="D938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Escola SENAI “</a:t>
              </a:r>
              <a:r>
                <a:rPr lang="pt-BR" sz="2799" b="1" noProof="0" dirty="0" err="1">
                  <a:solidFill>
                    <a:srgbClr val="D938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Italo</a:t>
              </a:r>
              <a:r>
                <a:rPr lang="pt-BR" sz="2799" b="1" noProof="0" dirty="0">
                  <a:solidFill>
                    <a:srgbClr val="D938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Bologna”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64807" y="5359146"/>
            <a:ext cx="2283343" cy="899636"/>
            <a:chOff x="0" y="-66675"/>
            <a:chExt cx="3044457" cy="1199515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2217738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pt-BR" sz="2400" b="1" noProof="0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Instagram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69831"/>
              <a:ext cx="3044457" cy="5630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pt-BR" sz="2400" noProof="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64806" y="6742176"/>
            <a:ext cx="4985025" cy="848236"/>
            <a:chOff x="-1" y="-66675"/>
            <a:chExt cx="6646700" cy="113098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1655191" cy="550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pt-BR" sz="2400" b="1" noProof="0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1" y="513386"/>
              <a:ext cx="6646700" cy="550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359"/>
                </a:lnSpc>
                <a:spcBef>
                  <a:spcPct val="0"/>
                </a:spcBef>
              </a:pPr>
              <a:r>
                <a:rPr lang="pt-BR" sz="2400" noProof="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46028" y="5359146"/>
            <a:ext cx="2132980" cy="904680"/>
            <a:chOff x="0" y="-66675"/>
            <a:chExt cx="2843973" cy="120623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66675"/>
              <a:ext cx="2039343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pt-BR" sz="2400" b="1" noProof="0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Facebook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68051"/>
              <a:ext cx="2843973" cy="571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pt-BR" sz="2400" noProof="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</a:t>
              </a:r>
              <a:r>
                <a:rPr lang="pt-BR" sz="2400" noProof="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senai.itu</a:t>
              </a:r>
              <a:endParaRPr lang="pt-BR" sz="2400" noProof="0" dirty="0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06022" y="599788"/>
            <a:ext cx="3198542" cy="832421"/>
          </a:xfrm>
          <a:custGeom>
            <a:avLst/>
            <a:gdLst/>
            <a:ahLst/>
            <a:cxnLst/>
            <a:rect l="l" t="t" r="r" b="b"/>
            <a:pathLst>
              <a:path w="3988764" h="1015865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64345A72-15EA-DD9B-0B9A-9CEDCCEC6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41" y="1825007"/>
            <a:ext cx="8152219" cy="6636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0233ae-9651-425e-a184-2fe21a554a6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047AC9DEFB4747B22467A5254572DF" ma:contentTypeVersion="13" ma:contentTypeDescription="Crie um novo documento." ma:contentTypeScope="" ma:versionID="6bed99621e975af1be034e2ee213c9f8">
  <xsd:schema xmlns:xsd="http://www.w3.org/2001/XMLSchema" xmlns:xs="http://www.w3.org/2001/XMLSchema" xmlns:p="http://schemas.microsoft.com/office/2006/metadata/properties" xmlns:ns2="3b0233ae-9651-425e-a184-2fe21a554a67" xmlns:ns3="d057380e-994b-447d-ba40-1e4bfd6713af" targetNamespace="http://schemas.microsoft.com/office/2006/metadata/properties" ma:root="true" ma:fieldsID="443602cc840bf06ab55aac058d3c6709" ns2:_="" ns3:_="">
    <xsd:import namespace="3b0233ae-9651-425e-a184-2fe21a554a67"/>
    <xsd:import namespace="d057380e-994b-447d-ba40-1e4bfd6713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233ae-9651-425e-a184-2fe21a554a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bb9e50e-ce22-4fee-9d7c-9dfda410bf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57380e-994b-447d-ba40-1e4bfd6713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95F03-30E3-4ABE-9DDC-1294C35807C3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d057380e-994b-447d-ba40-1e4bfd6713af"/>
    <ds:schemaRef ds:uri="3b0233ae-9651-425e-a184-2fe21a554a67"/>
  </ds:schemaRefs>
</ds:datastoreItem>
</file>

<file path=customXml/itemProps2.xml><?xml version="1.0" encoding="utf-8"?>
<ds:datastoreItem xmlns:ds="http://schemas.openxmlformats.org/officeDocument/2006/customXml" ds:itemID="{9A319DE4-058D-411D-B100-239A74822D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AAE858-6DB2-4BEC-A6E1-D6CE8924E8DA}">
  <ds:schemaRefs>
    <ds:schemaRef ds:uri="3b0233ae-9651-425e-a184-2fe21a554a67"/>
    <ds:schemaRef ds:uri="d057380e-994b-447d-ba40-1e4bfd6713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427</Words>
  <Application>Microsoft Office PowerPoint</Application>
  <PresentationFormat>Personalizar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Poppins Bold</vt:lpstr>
      <vt:lpstr>Poppins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GED_Template Editável - Professores e Alunos</dc:title>
  <cp:lastModifiedBy>Celso Rodrigo Giusti</cp:lastModifiedBy>
  <cp:revision>2</cp:revision>
  <dcterms:created xsi:type="dcterms:W3CDTF">2006-08-16T00:00:00Z</dcterms:created>
  <dcterms:modified xsi:type="dcterms:W3CDTF">2025-08-21T10:49:57Z</dcterms:modified>
  <dc:identifier>DAGcYiua7Qo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