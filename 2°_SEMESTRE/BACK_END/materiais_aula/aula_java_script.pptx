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sldIdLst>
    <p:sldId id="256" r:id="rId5"/>
    <p:sldId id="261" r:id="rId6"/>
    <p:sldId id="12765" r:id="rId7"/>
    <p:sldId id="12764" r:id="rId8"/>
    <p:sldId id="12766" r:id="rId9"/>
    <p:sldId id="12767" r:id="rId10"/>
    <p:sldId id="12768" r:id="rId11"/>
    <p:sldId id="12769" r:id="rId12"/>
    <p:sldId id="12770" r:id="rId13"/>
    <p:sldId id="12771" r:id="rId14"/>
    <p:sldId id="12772" r:id="rId15"/>
    <p:sldId id="12773" r:id="rId16"/>
    <p:sldId id="12774" r:id="rId17"/>
    <p:sldId id="12776" r:id="rId18"/>
    <p:sldId id="12775" r:id="rId19"/>
    <p:sldId id="12777" r:id="rId20"/>
    <p:sldId id="12778" r:id="rId21"/>
    <p:sldId id="12779" r:id="rId22"/>
    <p:sldId id="12780" r:id="rId23"/>
    <p:sldId id="12781" r:id="rId24"/>
    <p:sldId id="12782" r:id="rId25"/>
    <p:sldId id="12763" r:id="rId26"/>
  </p:sldIdLst>
  <p:sldSz cx="18288000" cy="10287000"/>
  <p:notesSz cx="6858000" cy="9144000"/>
  <p:embeddedFontLst>
    <p:embeddedFont>
      <p:font typeface="Poppins" panose="00000500000000000000" pitchFamily="2" charset="0"/>
      <p:regular r:id="rId27"/>
      <p:bold r:id="rId28"/>
      <p:italic r:id="rId29"/>
      <p:boldItalic r:id="rId30"/>
    </p:embeddedFont>
    <p:embeddedFont>
      <p:font typeface="Poppins Bold" panose="00000800000000000000" charset="0"/>
      <p:regular r:id="rId31"/>
      <p:bold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DACDE4B-B645-4A53-9361-03E1AEDF3758}" v="50" dt="2025-08-11T10:18:06.8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2" d="100"/>
          <a:sy n="52" d="100"/>
        </p:scale>
        <p:origin x="850" y="29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3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6.fntdata"/><Relationship Id="rId37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font" Target="fonts/font2.fntdata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5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elso Rodrigo Giusti" userId="d1ac35f3-fe4c-48aa-ac28-902aa99f02c6" providerId="ADAL" clId="{243069D9-C672-4A9D-AC38-C3E1BBA95FC1}"/>
    <pc:docChg chg="addSld delSld modSld">
      <pc:chgData name="Celso Rodrigo Giusti" userId="d1ac35f3-fe4c-48aa-ac28-902aa99f02c6" providerId="ADAL" clId="{243069D9-C672-4A9D-AC38-C3E1BBA95FC1}" dt="2025-08-03T19:11:36.086" v="1" actId="47"/>
      <pc:docMkLst>
        <pc:docMk/>
      </pc:docMkLst>
      <pc:sldChg chg="del">
        <pc:chgData name="Celso Rodrigo Giusti" userId="d1ac35f3-fe4c-48aa-ac28-902aa99f02c6" providerId="ADAL" clId="{243069D9-C672-4A9D-AC38-C3E1BBA95FC1}" dt="2025-08-03T19:11:36.086" v="1" actId="47"/>
        <pc:sldMkLst>
          <pc:docMk/>
          <pc:sldMk cId="0" sldId="271"/>
        </pc:sldMkLst>
      </pc:sldChg>
      <pc:sldChg chg="add">
        <pc:chgData name="Celso Rodrigo Giusti" userId="d1ac35f3-fe4c-48aa-ac28-902aa99f02c6" providerId="ADAL" clId="{243069D9-C672-4A9D-AC38-C3E1BBA95FC1}" dt="2025-08-03T19:11:32.748" v="0"/>
        <pc:sldMkLst>
          <pc:docMk/>
          <pc:sldMk cId="0" sldId="12763"/>
        </pc:sldMkLst>
      </pc:sldChg>
    </pc:docChg>
  </pc:docChgLst>
  <pc:docChgLst>
    <pc:chgData name="Celso Rodrigo Giusti" userId="d1ac35f3-fe4c-48aa-ac28-902aa99f02c6" providerId="ADAL" clId="{5DACDE4B-B645-4A53-9361-03E1AEDF3758}"/>
    <pc:docChg chg="undo redo custSel addSld delSld modSld">
      <pc:chgData name="Celso Rodrigo Giusti" userId="d1ac35f3-fe4c-48aa-ac28-902aa99f02c6" providerId="ADAL" clId="{5DACDE4B-B645-4A53-9361-03E1AEDF3758}" dt="2025-08-11T10:18:06.838" v="2654" actId="1076"/>
      <pc:docMkLst>
        <pc:docMk/>
      </pc:docMkLst>
      <pc:sldChg chg="modSp mod">
        <pc:chgData name="Celso Rodrigo Giusti" userId="d1ac35f3-fe4c-48aa-ac28-902aa99f02c6" providerId="ADAL" clId="{5DACDE4B-B645-4A53-9361-03E1AEDF3758}" dt="2025-08-07T01:56:14.987" v="107" actId="20577"/>
        <pc:sldMkLst>
          <pc:docMk/>
          <pc:sldMk cId="0" sldId="256"/>
        </pc:sldMkLst>
        <pc:spChg chg="mod">
          <ac:chgData name="Celso Rodrigo Giusti" userId="d1ac35f3-fe4c-48aa-ac28-902aa99f02c6" providerId="ADAL" clId="{5DACDE4B-B645-4A53-9361-03E1AEDF3758}" dt="2025-08-07T01:56:14.987" v="107" actId="20577"/>
          <ac:spMkLst>
            <pc:docMk/>
            <pc:sldMk cId="0" sldId="256"/>
            <ac:spMk id="4" creationId="{00000000-0000-0000-0000-000000000000}"/>
          </ac:spMkLst>
        </pc:spChg>
        <pc:spChg chg="mod">
          <ac:chgData name="Celso Rodrigo Giusti" userId="d1ac35f3-fe4c-48aa-ac28-902aa99f02c6" providerId="ADAL" clId="{5DACDE4B-B645-4A53-9361-03E1AEDF3758}" dt="2025-08-07T01:55:42.478" v="1" actId="20577"/>
          <ac:spMkLst>
            <pc:docMk/>
            <pc:sldMk cId="0" sldId="256"/>
            <ac:spMk id="5" creationId="{00000000-0000-0000-0000-000000000000}"/>
          </ac:spMkLst>
        </pc:spChg>
        <pc:spChg chg="mod">
          <ac:chgData name="Celso Rodrigo Giusti" userId="d1ac35f3-fe4c-48aa-ac28-902aa99f02c6" providerId="ADAL" clId="{5DACDE4B-B645-4A53-9361-03E1AEDF3758}" dt="2025-08-07T01:56:03.013" v="69" actId="20577"/>
          <ac:spMkLst>
            <pc:docMk/>
            <pc:sldMk cId="0" sldId="256"/>
            <ac:spMk id="6" creationId="{00000000-0000-0000-0000-000000000000}"/>
          </ac:spMkLst>
        </pc:spChg>
      </pc:sldChg>
      <pc:sldChg chg="del">
        <pc:chgData name="Celso Rodrigo Giusti" userId="d1ac35f3-fe4c-48aa-ac28-902aa99f02c6" providerId="ADAL" clId="{5DACDE4B-B645-4A53-9361-03E1AEDF3758}" dt="2025-08-07T01:56:19.991" v="108" actId="47"/>
        <pc:sldMkLst>
          <pc:docMk/>
          <pc:sldMk cId="0" sldId="257"/>
        </pc:sldMkLst>
      </pc:sldChg>
      <pc:sldChg chg="del">
        <pc:chgData name="Celso Rodrigo Giusti" userId="d1ac35f3-fe4c-48aa-ac28-902aa99f02c6" providerId="ADAL" clId="{5DACDE4B-B645-4A53-9361-03E1AEDF3758}" dt="2025-08-07T01:56:20.386" v="109" actId="47"/>
        <pc:sldMkLst>
          <pc:docMk/>
          <pc:sldMk cId="0" sldId="258"/>
        </pc:sldMkLst>
      </pc:sldChg>
      <pc:sldChg chg="del">
        <pc:chgData name="Celso Rodrigo Giusti" userId="d1ac35f3-fe4c-48aa-ac28-902aa99f02c6" providerId="ADAL" clId="{5DACDE4B-B645-4A53-9361-03E1AEDF3758}" dt="2025-08-07T01:56:20.740" v="110" actId="47"/>
        <pc:sldMkLst>
          <pc:docMk/>
          <pc:sldMk cId="0" sldId="259"/>
        </pc:sldMkLst>
      </pc:sldChg>
      <pc:sldChg chg="del">
        <pc:chgData name="Celso Rodrigo Giusti" userId="d1ac35f3-fe4c-48aa-ac28-902aa99f02c6" providerId="ADAL" clId="{5DACDE4B-B645-4A53-9361-03E1AEDF3758}" dt="2025-08-07T01:56:21.439" v="111" actId="47"/>
        <pc:sldMkLst>
          <pc:docMk/>
          <pc:sldMk cId="0" sldId="260"/>
        </pc:sldMkLst>
      </pc:sldChg>
      <pc:sldChg chg="modSp mod">
        <pc:chgData name="Celso Rodrigo Giusti" userId="d1ac35f3-fe4c-48aa-ac28-902aa99f02c6" providerId="ADAL" clId="{5DACDE4B-B645-4A53-9361-03E1AEDF3758}" dt="2025-08-07T01:59:46.486" v="242" actId="948"/>
        <pc:sldMkLst>
          <pc:docMk/>
          <pc:sldMk cId="0" sldId="261"/>
        </pc:sldMkLst>
        <pc:spChg chg="mod">
          <ac:chgData name="Celso Rodrigo Giusti" userId="d1ac35f3-fe4c-48aa-ac28-902aa99f02c6" providerId="ADAL" clId="{5DACDE4B-B645-4A53-9361-03E1AEDF3758}" dt="2025-08-07T01:57:45.759" v="215" actId="14100"/>
          <ac:spMkLst>
            <pc:docMk/>
            <pc:sldMk cId="0" sldId="261"/>
            <ac:spMk id="8" creationId="{00000000-0000-0000-0000-000000000000}"/>
          </ac:spMkLst>
        </pc:spChg>
        <pc:spChg chg="mod">
          <ac:chgData name="Celso Rodrigo Giusti" userId="d1ac35f3-fe4c-48aa-ac28-902aa99f02c6" providerId="ADAL" clId="{5DACDE4B-B645-4A53-9361-03E1AEDF3758}" dt="2025-08-07T01:57:05.440" v="146" actId="20577"/>
          <ac:spMkLst>
            <pc:docMk/>
            <pc:sldMk cId="0" sldId="261"/>
            <ac:spMk id="9" creationId="{00000000-0000-0000-0000-000000000000}"/>
          </ac:spMkLst>
        </pc:spChg>
        <pc:spChg chg="mod">
          <ac:chgData name="Celso Rodrigo Giusti" userId="d1ac35f3-fe4c-48aa-ac28-902aa99f02c6" providerId="ADAL" clId="{5DACDE4B-B645-4A53-9361-03E1AEDF3758}" dt="2025-08-07T01:59:46.486" v="242" actId="948"/>
          <ac:spMkLst>
            <pc:docMk/>
            <pc:sldMk cId="0" sldId="261"/>
            <ac:spMk id="10" creationId="{00000000-0000-0000-0000-000000000000}"/>
          </ac:spMkLst>
        </pc:spChg>
      </pc:sldChg>
      <pc:sldChg chg="modSp del mod">
        <pc:chgData name="Celso Rodrigo Giusti" userId="d1ac35f3-fe4c-48aa-ac28-902aa99f02c6" providerId="ADAL" clId="{5DACDE4B-B645-4A53-9361-03E1AEDF3758}" dt="2025-08-07T02:40:38.954" v="2210" actId="47"/>
        <pc:sldMkLst>
          <pc:docMk/>
          <pc:sldMk cId="0" sldId="262"/>
        </pc:sldMkLst>
      </pc:sldChg>
      <pc:sldChg chg="del">
        <pc:chgData name="Celso Rodrigo Giusti" userId="d1ac35f3-fe4c-48aa-ac28-902aa99f02c6" providerId="ADAL" clId="{5DACDE4B-B645-4A53-9361-03E1AEDF3758}" dt="2025-08-07T01:56:23.514" v="112" actId="47"/>
        <pc:sldMkLst>
          <pc:docMk/>
          <pc:sldMk cId="0" sldId="263"/>
        </pc:sldMkLst>
      </pc:sldChg>
      <pc:sldChg chg="del">
        <pc:chgData name="Celso Rodrigo Giusti" userId="d1ac35f3-fe4c-48aa-ac28-902aa99f02c6" providerId="ADAL" clId="{5DACDE4B-B645-4A53-9361-03E1AEDF3758}" dt="2025-08-07T02:40:42.287" v="2211" actId="47"/>
        <pc:sldMkLst>
          <pc:docMk/>
          <pc:sldMk cId="0" sldId="264"/>
        </pc:sldMkLst>
      </pc:sldChg>
      <pc:sldChg chg="del">
        <pc:chgData name="Celso Rodrigo Giusti" userId="d1ac35f3-fe4c-48aa-ac28-902aa99f02c6" providerId="ADAL" clId="{5DACDE4B-B645-4A53-9361-03E1AEDF3758}" dt="2025-08-07T01:56:24.929" v="113" actId="47"/>
        <pc:sldMkLst>
          <pc:docMk/>
          <pc:sldMk cId="0" sldId="265"/>
        </pc:sldMkLst>
      </pc:sldChg>
      <pc:sldChg chg="del">
        <pc:chgData name="Celso Rodrigo Giusti" userId="d1ac35f3-fe4c-48aa-ac28-902aa99f02c6" providerId="ADAL" clId="{5DACDE4B-B645-4A53-9361-03E1AEDF3758}" dt="2025-08-07T01:56:25.480" v="114" actId="47"/>
        <pc:sldMkLst>
          <pc:docMk/>
          <pc:sldMk cId="0" sldId="266"/>
        </pc:sldMkLst>
      </pc:sldChg>
      <pc:sldChg chg="del">
        <pc:chgData name="Celso Rodrigo Giusti" userId="d1ac35f3-fe4c-48aa-ac28-902aa99f02c6" providerId="ADAL" clId="{5DACDE4B-B645-4A53-9361-03E1AEDF3758}" dt="2025-08-07T01:56:26.018" v="115" actId="47"/>
        <pc:sldMkLst>
          <pc:docMk/>
          <pc:sldMk cId="0" sldId="267"/>
        </pc:sldMkLst>
      </pc:sldChg>
      <pc:sldChg chg="del">
        <pc:chgData name="Celso Rodrigo Giusti" userId="d1ac35f3-fe4c-48aa-ac28-902aa99f02c6" providerId="ADAL" clId="{5DACDE4B-B645-4A53-9361-03E1AEDF3758}" dt="2025-08-07T01:56:26.568" v="116" actId="47"/>
        <pc:sldMkLst>
          <pc:docMk/>
          <pc:sldMk cId="0" sldId="268"/>
        </pc:sldMkLst>
      </pc:sldChg>
      <pc:sldChg chg="del">
        <pc:chgData name="Celso Rodrigo Giusti" userId="d1ac35f3-fe4c-48aa-ac28-902aa99f02c6" providerId="ADAL" clId="{5DACDE4B-B645-4A53-9361-03E1AEDF3758}" dt="2025-08-07T01:56:27.014" v="117" actId="47"/>
        <pc:sldMkLst>
          <pc:docMk/>
          <pc:sldMk cId="0" sldId="269"/>
        </pc:sldMkLst>
      </pc:sldChg>
      <pc:sldChg chg="del">
        <pc:chgData name="Celso Rodrigo Giusti" userId="d1ac35f3-fe4c-48aa-ac28-902aa99f02c6" providerId="ADAL" clId="{5DACDE4B-B645-4A53-9361-03E1AEDF3758}" dt="2025-08-07T01:56:32.537" v="118" actId="47"/>
        <pc:sldMkLst>
          <pc:docMk/>
          <pc:sldMk cId="0" sldId="270"/>
        </pc:sldMkLst>
      </pc:sldChg>
      <pc:sldChg chg="del">
        <pc:chgData name="Celso Rodrigo Giusti" userId="d1ac35f3-fe4c-48aa-ac28-902aa99f02c6" providerId="ADAL" clId="{5DACDE4B-B645-4A53-9361-03E1AEDF3758}" dt="2025-08-07T01:56:36.690" v="121" actId="47"/>
        <pc:sldMkLst>
          <pc:docMk/>
          <pc:sldMk cId="0" sldId="272"/>
        </pc:sldMkLst>
      </pc:sldChg>
      <pc:sldChg chg="del">
        <pc:chgData name="Celso Rodrigo Giusti" userId="d1ac35f3-fe4c-48aa-ac28-902aa99f02c6" providerId="ADAL" clId="{5DACDE4B-B645-4A53-9361-03E1AEDF3758}" dt="2025-08-07T01:56:36.190" v="120" actId="47"/>
        <pc:sldMkLst>
          <pc:docMk/>
          <pc:sldMk cId="2126074404" sldId="12760"/>
        </pc:sldMkLst>
      </pc:sldChg>
      <pc:sldChg chg="del">
        <pc:chgData name="Celso Rodrigo Giusti" userId="d1ac35f3-fe4c-48aa-ac28-902aa99f02c6" providerId="ADAL" clId="{5DACDE4B-B645-4A53-9361-03E1AEDF3758}" dt="2025-08-07T01:56:35.778" v="119" actId="47"/>
        <pc:sldMkLst>
          <pc:docMk/>
          <pc:sldMk cId="0" sldId="12761"/>
        </pc:sldMkLst>
      </pc:sldChg>
      <pc:sldChg chg="del">
        <pc:chgData name="Celso Rodrigo Giusti" userId="d1ac35f3-fe4c-48aa-ac28-902aa99f02c6" providerId="ADAL" clId="{5DACDE4B-B645-4A53-9361-03E1AEDF3758}" dt="2025-08-07T01:56:38.147" v="122" actId="47"/>
        <pc:sldMkLst>
          <pc:docMk/>
          <pc:sldMk cId="3365717770" sldId="12762"/>
        </pc:sldMkLst>
      </pc:sldChg>
      <pc:sldChg chg="addSp modSp add mod">
        <pc:chgData name="Celso Rodrigo Giusti" userId="d1ac35f3-fe4c-48aa-ac28-902aa99f02c6" providerId="ADAL" clId="{5DACDE4B-B645-4A53-9361-03E1AEDF3758}" dt="2025-08-07T02:06:05.340" v="531" actId="20577"/>
        <pc:sldMkLst>
          <pc:docMk/>
          <pc:sldMk cId="2392760380" sldId="12764"/>
        </pc:sldMkLst>
        <pc:spChg chg="mod">
          <ac:chgData name="Celso Rodrigo Giusti" userId="d1ac35f3-fe4c-48aa-ac28-902aa99f02c6" providerId="ADAL" clId="{5DACDE4B-B645-4A53-9361-03E1AEDF3758}" dt="2025-08-07T02:02:40.762" v="271" actId="20577"/>
          <ac:spMkLst>
            <pc:docMk/>
            <pc:sldMk cId="2392760380" sldId="12764"/>
            <ac:spMk id="8" creationId="{7AF7DE56-4C42-3E76-740B-806311CAAEF6}"/>
          </ac:spMkLst>
        </pc:spChg>
        <pc:spChg chg="mod">
          <ac:chgData name="Celso Rodrigo Giusti" userId="d1ac35f3-fe4c-48aa-ac28-902aa99f02c6" providerId="ADAL" clId="{5DACDE4B-B645-4A53-9361-03E1AEDF3758}" dt="2025-08-07T02:06:05.340" v="531" actId="20577"/>
          <ac:spMkLst>
            <pc:docMk/>
            <pc:sldMk cId="2392760380" sldId="12764"/>
            <ac:spMk id="10" creationId="{1200B20D-6E72-C5F2-EE33-3778471A3D0C}"/>
          </ac:spMkLst>
        </pc:spChg>
        <pc:picChg chg="add mod">
          <ac:chgData name="Celso Rodrigo Giusti" userId="d1ac35f3-fe4c-48aa-ac28-902aa99f02c6" providerId="ADAL" clId="{5DACDE4B-B645-4A53-9361-03E1AEDF3758}" dt="2025-08-07T02:05:44.516" v="522" actId="1076"/>
          <ac:picMkLst>
            <pc:docMk/>
            <pc:sldMk cId="2392760380" sldId="12764"/>
            <ac:picMk id="1026" creationId="{69995F71-7ADD-69B2-9A2C-CB19478882BD}"/>
          </ac:picMkLst>
        </pc:picChg>
      </pc:sldChg>
      <pc:sldChg chg="delSp modSp add mod">
        <pc:chgData name="Celso Rodrigo Giusti" userId="d1ac35f3-fe4c-48aa-ac28-902aa99f02c6" providerId="ADAL" clId="{5DACDE4B-B645-4A53-9361-03E1AEDF3758}" dt="2025-08-07T02:05:26.177" v="518"/>
        <pc:sldMkLst>
          <pc:docMk/>
          <pc:sldMk cId="1070857827" sldId="12765"/>
        </pc:sldMkLst>
        <pc:spChg chg="mod">
          <ac:chgData name="Celso Rodrigo Giusti" userId="d1ac35f3-fe4c-48aa-ac28-902aa99f02c6" providerId="ADAL" clId="{5DACDE4B-B645-4A53-9361-03E1AEDF3758}" dt="2025-08-07T02:05:14.871" v="515" actId="20577"/>
          <ac:spMkLst>
            <pc:docMk/>
            <pc:sldMk cId="1070857827" sldId="12765"/>
            <ac:spMk id="8" creationId="{6FA7B9AF-B2AE-7092-1801-7D0C9E669799}"/>
          </ac:spMkLst>
        </pc:spChg>
      </pc:sldChg>
      <pc:sldChg chg="addSp delSp modSp add mod">
        <pc:chgData name="Celso Rodrigo Giusti" userId="d1ac35f3-fe4c-48aa-ac28-902aa99f02c6" providerId="ADAL" clId="{5DACDE4B-B645-4A53-9361-03E1AEDF3758}" dt="2025-08-07T02:07:28.680" v="641" actId="1076"/>
        <pc:sldMkLst>
          <pc:docMk/>
          <pc:sldMk cId="2061329254" sldId="12766"/>
        </pc:sldMkLst>
        <pc:spChg chg="mod">
          <ac:chgData name="Celso Rodrigo Giusti" userId="d1ac35f3-fe4c-48aa-ac28-902aa99f02c6" providerId="ADAL" clId="{5DACDE4B-B645-4A53-9361-03E1AEDF3758}" dt="2025-08-07T02:07:04.480" v="636" actId="20577"/>
          <ac:spMkLst>
            <pc:docMk/>
            <pc:sldMk cId="2061329254" sldId="12766"/>
            <ac:spMk id="10" creationId="{8258E5A5-A24B-5778-CF94-2091CA505E1D}"/>
          </ac:spMkLst>
        </pc:spChg>
        <pc:picChg chg="add mod">
          <ac:chgData name="Celso Rodrigo Giusti" userId="d1ac35f3-fe4c-48aa-ac28-902aa99f02c6" providerId="ADAL" clId="{5DACDE4B-B645-4A53-9361-03E1AEDF3758}" dt="2025-08-07T02:07:28.680" v="641" actId="1076"/>
          <ac:picMkLst>
            <pc:docMk/>
            <pc:sldMk cId="2061329254" sldId="12766"/>
            <ac:picMk id="2050" creationId="{C0F1A959-F4CA-70DE-23E6-F50D87C2C88D}"/>
          </ac:picMkLst>
        </pc:picChg>
      </pc:sldChg>
      <pc:sldChg chg="addSp delSp modSp add mod">
        <pc:chgData name="Celso Rodrigo Giusti" userId="d1ac35f3-fe4c-48aa-ac28-902aa99f02c6" providerId="ADAL" clId="{5DACDE4B-B645-4A53-9361-03E1AEDF3758}" dt="2025-08-07T02:11:05.149" v="809" actId="790"/>
        <pc:sldMkLst>
          <pc:docMk/>
          <pc:sldMk cId="2183853967" sldId="12767"/>
        </pc:sldMkLst>
        <pc:spChg chg="mod">
          <ac:chgData name="Celso Rodrigo Giusti" userId="d1ac35f3-fe4c-48aa-ac28-902aa99f02c6" providerId="ADAL" clId="{5DACDE4B-B645-4A53-9361-03E1AEDF3758}" dt="2025-08-07T02:11:05.149" v="809" actId="790"/>
          <ac:spMkLst>
            <pc:docMk/>
            <pc:sldMk cId="2183853967" sldId="12767"/>
            <ac:spMk id="8" creationId="{2BF50E17-76F9-CA5E-D00E-F19D9146C630}"/>
          </ac:spMkLst>
        </pc:spChg>
        <pc:spChg chg="mod">
          <ac:chgData name="Celso Rodrigo Giusti" userId="d1ac35f3-fe4c-48aa-ac28-902aa99f02c6" providerId="ADAL" clId="{5DACDE4B-B645-4A53-9361-03E1AEDF3758}" dt="2025-08-07T02:10:00.581" v="804" actId="20577"/>
          <ac:spMkLst>
            <pc:docMk/>
            <pc:sldMk cId="2183853967" sldId="12767"/>
            <ac:spMk id="10" creationId="{68DE3736-EAE2-90A7-1F24-AD7A06349336}"/>
          </ac:spMkLst>
        </pc:spChg>
        <pc:picChg chg="add mod">
          <ac:chgData name="Celso Rodrigo Giusti" userId="d1ac35f3-fe4c-48aa-ac28-902aa99f02c6" providerId="ADAL" clId="{5DACDE4B-B645-4A53-9361-03E1AEDF3758}" dt="2025-08-07T02:10:19.751" v="808" actId="1076"/>
          <ac:picMkLst>
            <pc:docMk/>
            <pc:sldMk cId="2183853967" sldId="12767"/>
            <ac:picMk id="3074" creationId="{C34E86AE-231B-D17F-642F-A77802EA4335}"/>
          </ac:picMkLst>
        </pc:picChg>
      </pc:sldChg>
      <pc:sldChg chg="addSp delSp modSp add mod">
        <pc:chgData name="Celso Rodrigo Giusti" userId="d1ac35f3-fe4c-48aa-ac28-902aa99f02c6" providerId="ADAL" clId="{5DACDE4B-B645-4A53-9361-03E1AEDF3758}" dt="2025-08-07T02:17:57.622" v="1124" actId="20577"/>
        <pc:sldMkLst>
          <pc:docMk/>
          <pc:sldMk cId="923444135" sldId="12768"/>
        </pc:sldMkLst>
        <pc:spChg chg="mod">
          <ac:chgData name="Celso Rodrigo Giusti" userId="d1ac35f3-fe4c-48aa-ac28-902aa99f02c6" providerId="ADAL" clId="{5DACDE4B-B645-4A53-9361-03E1AEDF3758}" dt="2025-08-07T02:12:51.779" v="830" actId="20577"/>
          <ac:spMkLst>
            <pc:docMk/>
            <pc:sldMk cId="923444135" sldId="12768"/>
            <ac:spMk id="8" creationId="{2AF81FB2-7D42-6FE7-59FB-A74C0D0B92AA}"/>
          </ac:spMkLst>
        </pc:spChg>
        <pc:spChg chg="add del mod">
          <ac:chgData name="Celso Rodrigo Giusti" userId="d1ac35f3-fe4c-48aa-ac28-902aa99f02c6" providerId="ADAL" clId="{5DACDE4B-B645-4A53-9361-03E1AEDF3758}" dt="2025-08-07T02:17:57.622" v="1124" actId="20577"/>
          <ac:spMkLst>
            <pc:docMk/>
            <pc:sldMk cId="923444135" sldId="12768"/>
            <ac:spMk id="10" creationId="{D70E9015-07FF-CDB9-A71B-8401057DEA57}"/>
          </ac:spMkLst>
        </pc:spChg>
      </pc:sldChg>
      <pc:sldChg chg="new del">
        <pc:chgData name="Celso Rodrigo Giusti" userId="d1ac35f3-fe4c-48aa-ac28-902aa99f02c6" providerId="ADAL" clId="{5DACDE4B-B645-4A53-9361-03E1AEDF3758}" dt="2025-08-07T02:12:40.956" v="811" actId="680"/>
        <pc:sldMkLst>
          <pc:docMk/>
          <pc:sldMk cId="2879948668" sldId="12768"/>
        </pc:sldMkLst>
      </pc:sldChg>
      <pc:sldChg chg="addSp modSp add mod">
        <pc:chgData name="Celso Rodrigo Giusti" userId="d1ac35f3-fe4c-48aa-ac28-902aa99f02c6" providerId="ADAL" clId="{5DACDE4B-B645-4A53-9361-03E1AEDF3758}" dt="2025-08-07T02:21:47.846" v="1339" actId="1037"/>
        <pc:sldMkLst>
          <pc:docMk/>
          <pc:sldMk cId="2749109779" sldId="12769"/>
        </pc:sldMkLst>
        <pc:spChg chg="mod">
          <ac:chgData name="Celso Rodrigo Giusti" userId="d1ac35f3-fe4c-48aa-ac28-902aa99f02c6" providerId="ADAL" clId="{5DACDE4B-B645-4A53-9361-03E1AEDF3758}" dt="2025-08-07T02:20:25.494" v="1288" actId="1076"/>
          <ac:spMkLst>
            <pc:docMk/>
            <pc:sldMk cId="2749109779" sldId="12769"/>
            <ac:spMk id="6" creationId="{C5714C1A-FD88-60D0-477A-EF6F24356D23}"/>
          </ac:spMkLst>
        </pc:spChg>
        <pc:spChg chg="mod">
          <ac:chgData name="Celso Rodrigo Giusti" userId="d1ac35f3-fe4c-48aa-ac28-902aa99f02c6" providerId="ADAL" clId="{5DACDE4B-B645-4A53-9361-03E1AEDF3758}" dt="2025-08-07T02:20:25.494" v="1288" actId="1076"/>
          <ac:spMkLst>
            <pc:docMk/>
            <pc:sldMk cId="2749109779" sldId="12769"/>
            <ac:spMk id="7" creationId="{58085AB9-7DD9-EB71-2A96-B8FF0D287678}"/>
          </ac:spMkLst>
        </pc:spChg>
        <pc:spChg chg="mod">
          <ac:chgData name="Celso Rodrigo Giusti" userId="d1ac35f3-fe4c-48aa-ac28-902aa99f02c6" providerId="ADAL" clId="{5DACDE4B-B645-4A53-9361-03E1AEDF3758}" dt="2025-08-07T02:18:19.779" v="1148" actId="20577"/>
          <ac:spMkLst>
            <pc:docMk/>
            <pc:sldMk cId="2749109779" sldId="12769"/>
            <ac:spMk id="8" creationId="{BAEC789A-1159-CFFE-B93B-88387D03F945}"/>
          </ac:spMkLst>
        </pc:spChg>
        <pc:spChg chg="mod">
          <ac:chgData name="Celso Rodrigo Giusti" userId="d1ac35f3-fe4c-48aa-ac28-902aa99f02c6" providerId="ADAL" clId="{5DACDE4B-B645-4A53-9361-03E1AEDF3758}" dt="2025-08-07T02:21:15.127" v="1328" actId="20577"/>
          <ac:spMkLst>
            <pc:docMk/>
            <pc:sldMk cId="2749109779" sldId="12769"/>
            <ac:spMk id="10" creationId="{23B1618D-9BE9-2FA9-22E0-8837C4214C37}"/>
          </ac:spMkLst>
        </pc:spChg>
        <pc:grpChg chg="mod">
          <ac:chgData name="Celso Rodrigo Giusti" userId="d1ac35f3-fe4c-48aa-ac28-902aa99f02c6" providerId="ADAL" clId="{5DACDE4B-B645-4A53-9361-03E1AEDF3758}" dt="2025-08-07T02:20:25.494" v="1288" actId="1076"/>
          <ac:grpSpMkLst>
            <pc:docMk/>
            <pc:sldMk cId="2749109779" sldId="12769"/>
            <ac:grpSpMk id="5" creationId="{4FDB39BE-A83B-A180-6A2E-A33B44E3B5AA}"/>
          </ac:grpSpMkLst>
        </pc:grpChg>
        <pc:picChg chg="add mod">
          <ac:chgData name="Celso Rodrigo Giusti" userId="d1ac35f3-fe4c-48aa-ac28-902aa99f02c6" providerId="ADAL" clId="{5DACDE4B-B645-4A53-9361-03E1AEDF3758}" dt="2025-08-07T02:21:47.846" v="1339" actId="1037"/>
          <ac:picMkLst>
            <pc:docMk/>
            <pc:sldMk cId="2749109779" sldId="12769"/>
            <ac:picMk id="5122" creationId="{11E6643D-88F3-35E5-4ED1-0A94BBD86E75}"/>
          </ac:picMkLst>
        </pc:picChg>
      </pc:sldChg>
      <pc:sldChg chg="addSp delSp modSp add mod">
        <pc:chgData name="Celso Rodrigo Giusti" userId="d1ac35f3-fe4c-48aa-ac28-902aa99f02c6" providerId="ADAL" clId="{5DACDE4B-B645-4A53-9361-03E1AEDF3758}" dt="2025-08-07T02:24:56.551" v="1543" actId="1076"/>
        <pc:sldMkLst>
          <pc:docMk/>
          <pc:sldMk cId="3576729845" sldId="12770"/>
        </pc:sldMkLst>
        <pc:spChg chg="mod">
          <ac:chgData name="Celso Rodrigo Giusti" userId="d1ac35f3-fe4c-48aa-ac28-902aa99f02c6" providerId="ADAL" clId="{5DACDE4B-B645-4A53-9361-03E1AEDF3758}" dt="2025-08-07T02:24:43.082" v="1540" actId="1076"/>
          <ac:spMkLst>
            <pc:docMk/>
            <pc:sldMk cId="3576729845" sldId="12770"/>
            <ac:spMk id="6" creationId="{08730D6E-52DA-1307-9528-C1B452465EFF}"/>
          </ac:spMkLst>
        </pc:spChg>
        <pc:spChg chg="mod">
          <ac:chgData name="Celso Rodrigo Giusti" userId="d1ac35f3-fe4c-48aa-ac28-902aa99f02c6" providerId="ADAL" clId="{5DACDE4B-B645-4A53-9361-03E1AEDF3758}" dt="2025-08-07T02:24:43.082" v="1540" actId="1076"/>
          <ac:spMkLst>
            <pc:docMk/>
            <pc:sldMk cId="3576729845" sldId="12770"/>
            <ac:spMk id="7" creationId="{026205B7-7F69-BCE7-FA5D-CD021DE0DC10}"/>
          </ac:spMkLst>
        </pc:spChg>
        <pc:spChg chg="mod">
          <ac:chgData name="Celso Rodrigo Giusti" userId="d1ac35f3-fe4c-48aa-ac28-902aa99f02c6" providerId="ADAL" clId="{5DACDE4B-B645-4A53-9361-03E1AEDF3758}" dt="2025-08-07T02:24:34.287" v="1537" actId="20577"/>
          <ac:spMkLst>
            <pc:docMk/>
            <pc:sldMk cId="3576729845" sldId="12770"/>
            <ac:spMk id="10" creationId="{901069F9-A835-EAE6-C7F1-92F329A6FCFF}"/>
          </ac:spMkLst>
        </pc:spChg>
        <pc:grpChg chg="mod">
          <ac:chgData name="Celso Rodrigo Giusti" userId="d1ac35f3-fe4c-48aa-ac28-902aa99f02c6" providerId="ADAL" clId="{5DACDE4B-B645-4A53-9361-03E1AEDF3758}" dt="2025-08-07T02:24:43.082" v="1540" actId="1076"/>
          <ac:grpSpMkLst>
            <pc:docMk/>
            <pc:sldMk cId="3576729845" sldId="12770"/>
            <ac:grpSpMk id="5" creationId="{9268EBF7-A3AD-6300-75D9-410E81D913ED}"/>
          </ac:grpSpMkLst>
        </pc:grpChg>
        <pc:picChg chg="add mod">
          <ac:chgData name="Celso Rodrigo Giusti" userId="d1ac35f3-fe4c-48aa-ac28-902aa99f02c6" providerId="ADAL" clId="{5DACDE4B-B645-4A53-9361-03E1AEDF3758}" dt="2025-08-07T02:24:56.551" v="1543" actId="1076"/>
          <ac:picMkLst>
            <pc:docMk/>
            <pc:sldMk cId="3576729845" sldId="12770"/>
            <ac:picMk id="6146" creationId="{60719E31-B8ED-2195-6798-D758D82935CC}"/>
          </ac:picMkLst>
        </pc:picChg>
      </pc:sldChg>
      <pc:sldChg chg="addSp delSp modSp add mod">
        <pc:chgData name="Celso Rodrigo Giusti" userId="d1ac35f3-fe4c-48aa-ac28-902aa99f02c6" providerId="ADAL" clId="{5DACDE4B-B645-4A53-9361-03E1AEDF3758}" dt="2025-08-07T02:26:35.128" v="1779" actId="14100"/>
        <pc:sldMkLst>
          <pc:docMk/>
          <pc:sldMk cId="1186496498" sldId="12771"/>
        </pc:sldMkLst>
        <pc:spChg chg="mod">
          <ac:chgData name="Celso Rodrigo Giusti" userId="d1ac35f3-fe4c-48aa-ac28-902aa99f02c6" providerId="ADAL" clId="{5DACDE4B-B645-4A53-9361-03E1AEDF3758}" dt="2025-08-07T02:25:49.440" v="1580" actId="20577"/>
          <ac:spMkLst>
            <pc:docMk/>
            <pc:sldMk cId="1186496498" sldId="12771"/>
            <ac:spMk id="8" creationId="{E65B99B2-AA82-4820-DF95-27C647B8C6D8}"/>
          </ac:spMkLst>
        </pc:spChg>
        <pc:spChg chg="mod">
          <ac:chgData name="Celso Rodrigo Giusti" userId="d1ac35f3-fe4c-48aa-ac28-902aa99f02c6" providerId="ADAL" clId="{5DACDE4B-B645-4A53-9361-03E1AEDF3758}" dt="2025-08-07T02:26:23.711" v="1775" actId="20577"/>
          <ac:spMkLst>
            <pc:docMk/>
            <pc:sldMk cId="1186496498" sldId="12771"/>
            <ac:spMk id="10" creationId="{210E356D-1BC0-7EE1-D69F-13E38E8CA65A}"/>
          </ac:spMkLst>
        </pc:spChg>
        <pc:picChg chg="add mod">
          <ac:chgData name="Celso Rodrigo Giusti" userId="d1ac35f3-fe4c-48aa-ac28-902aa99f02c6" providerId="ADAL" clId="{5DACDE4B-B645-4A53-9361-03E1AEDF3758}" dt="2025-08-07T02:26:35.128" v="1779" actId="14100"/>
          <ac:picMkLst>
            <pc:docMk/>
            <pc:sldMk cId="1186496498" sldId="12771"/>
            <ac:picMk id="7170" creationId="{BCE5AE11-BC3A-A530-0DB5-2ED53E459B48}"/>
          </ac:picMkLst>
        </pc:picChg>
      </pc:sldChg>
      <pc:sldChg chg="addSp delSp modSp add mod">
        <pc:chgData name="Celso Rodrigo Giusti" userId="d1ac35f3-fe4c-48aa-ac28-902aa99f02c6" providerId="ADAL" clId="{5DACDE4B-B645-4A53-9361-03E1AEDF3758}" dt="2025-08-07T02:31:14.489" v="1900" actId="1076"/>
        <pc:sldMkLst>
          <pc:docMk/>
          <pc:sldMk cId="4041070651" sldId="12772"/>
        </pc:sldMkLst>
        <pc:spChg chg="mod">
          <ac:chgData name="Celso Rodrigo Giusti" userId="d1ac35f3-fe4c-48aa-ac28-902aa99f02c6" providerId="ADAL" clId="{5DACDE4B-B645-4A53-9361-03E1AEDF3758}" dt="2025-08-07T02:29:19.026" v="1848" actId="1076"/>
          <ac:spMkLst>
            <pc:docMk/>
            <pc:sldMk cId="4041070651" sldId="12772"/>
            <ac:spMk id="6" creationId="{0BA848DF-ADE0-B1F9-F5BC-2E2C2A1CA3EA}"/>
          </ac:spMkLst>
        </pc:spChg>
        <pc:spChg chg="mod">
          <ac:chgData name="Celso Rodrigo Giusti" userId="d1ac35f3-fe4c-48aa-ac28-902aa99f02c6" providerId="ADAL" clId="{5DACDE4B-B645-4A53-9361-03E1AEDF3758}" dt="2025-08-07T02:29:19.026" v="1848" actId="1076"/>
          <ac:spMkLst>
            <pc:docMk/>
            <pc:sldMk cId="4041070651" sldId="12772"/>
            <ac:spMk id="7" creationId="{280CCFD0-092C-A84B-729D-477848EA6D39}"/>
          </ac:spMkLst>
        </pc:spChg>
        <pc:spChg chg="mod">
          <ac:chgData name="Celso Rodrigo Giusti" userId="d1ac35f3-fe4c-48aa-ac28-902aa99f02c6" providerId="ADAL" clId="{5DACDE4B-B645-4A53-9361-03E1AEDF3758}" dt="2025-08-07T02:28:38.706" v="1802" actId="20577"/>
          <ac:spMkLst>
            <pc:docMk/>
            <pc:sldMk cId="4041070651" sldId="12772"/>
            <ac:spMk id="8" creationId="{488267F1-D739-C232-D31D-AE19B5D6F1AB}"/>
          </ac:spMkLst>
        </pc:spChg>
        <pc:spChg chg="mod">
          <ac:chgData name="Celso Rodrigo Giusti" userId="d1ac35f3-fe4c-48aa-ac28-902aa99f02c6" providerId="ADAL" clId="{5DACDE4B-B645-4A53-9361-03E1AEDF3758}" dt="2025-08-07T02:28:55.506" v="1841" actId="20577"/>
          <ac:spMkLst>
            <pc:docMk/>
            <pc:sldMk cId="4041070651" sldId="12772"/>
            <ac:spMk id="10" creationId="{3100C810-2268-FBC3-4D85-EC6E576B14A4}"/>
          </ac:spMkLst>
        </pc:spChg>
        <pc:grpChg chg="mod">
          <ac:chgData name="Celso Rodrigo Giusti" userId="d1ac35f3-fe4c-48aa-ac28-902aa99f02c6" providerId="ADAL" clId="{5DACDE4B-B645-4A53-9361-03E1AEDF3758}" dt="2025-08-07T02:29:19.026" v="1848" actId="1076"/>
          <ac:grpSpMkLst>
            <pc:docMk/>
            <pc:sldMk cId="4041070651" sldId="12772"/>
            <ac:grpSpMk id="5" creationId="{856ABD67-5A82-402A-7E4A-1E7B10310A75}"/>
          </ac:grpSpMkLst>
        </pc:grpChg>
        <pc:picChg chg="add mod">
          <ac:chgData name="Celso Rodrigo Giusti" userId="d1ac35f3-fe4c-48aa-ac28-902aa99f02c6" providerId="ADAL" clId="{5DACDE4B-B645-4A53-9361-03E1AEDF3758}" dt="2025-08-07T02:31:14.489" v="1900" actId="1076"/>
          <ac:picMkLst>
            <pc:docMk/>
            <pc:sldMk cId="4041070651" sldId="12772"/>
            <ac:picMk id="8196" creationId="{5C4AB329-16B1-7285-347A-AAE06D9B5737}"/>
          </ac:picMkLst>
        </pc:picChg>
      </pc:sldChg>
      <pc:sldChg chg="addSp delSp modSp add mod">
        <pc:chgData name="Celso Rodrigo Giusti" userId="d1ac35f3-fe4c-48aa-ac28-902aa99f02c6" providerId="ADAL" clId="{5DACDE4B-B645-4A53-9361-03E1AEDF3758}" dt="2025-08-07T02:33:16.887" v="1980" actId="732"/>
        <pc:sldMkLst>
          <pc:docMk/>
          <pc:sldMk cId="324227292" sldId="12773"/>
        </pc:sldMkLst>
        <pc:spChg chg="mod">
          <ac:chgData name="Celso Rodrigo Giusti" userId="d1ac35f3-fe4c-48aa-ac28-902aa99f02c6" providerId="ADAL" clId="{5DACDE4B-B645-4A53-9361-03E1AEDF3758}" dt="2025-08-07T02:32:34.543" v="1974" actId="1076"/>
          <ac:spMkLst>
            <pc:docMk/>
            <pc:sldMk cId="324227292" sldId="12773"/>
            <ac:spMk id="6" creationId="{3959687B-CEFF-B5D1-172C-01FEC615F1C6}"/>
          </ac:spMkLst>
        </pc:spChg>
        <pc:spChg chg="mod">
          <ac:chgData name="Celso Rodrigo Giusti" userId="d1ac35f3-fe4c-48aa-ac28-902aa99f02c6" providerId="ADAL" clId="{5DACDE4B-B645-4A53-9361-03E1AEDF3758}" dt="2025-08-07T02:32:34.543" v="1974" actId="1076"/>
          <ac:spMkLst>
            <pc:docMk/>
            <pc:sldMk cId="324227292" sldId="12773"/>
            <ac:spMk id="7" creationId="{B189F938-7423-91C1-366D-15742402F4BA}"/>
          </ac:spMkLst>
        </pc:spChg>
        <pc:spChg chg="mod">
          <ac:chgData name="Celso Rodrigo Giusti" userId="d1ac35f3-fe4c-48aa-ac28-902aa99f02c6" providerId="ADAL" clId="{5DACDE4B-B645-4A53-9361-03E1AEDF3758}" dt="2025-08-07T02:31:29.841" v="1921" actId="20577"/>
          <ac:spMkLst>
            <pc:docMk/>
            <pc:sldMk cId="324227292" sldId="12773"/>
            <ac:spMk id="8" creationId="{5178EB74-6D44-3047-2A0F-A5E541789E99}"/>
          </ac:spMkLst>
        </pc:spChg>
        <pc:spChg chg="mod">
          <ac:chgData name="Celso Rodrigo Giusti" userId="d1ac35f3-fe4c-48aa-ac28-902aa99f02c6" providerId="ADAL" clId="{5DACDE4B-B645-4A53-9361-03E1AEDF3758}" dt="2025-08-07T02:31:50.920" v="1965" actId="20577"/>
          <ac:spMkLst>
            <pc:docMk/>
            <pc:sldMk cId="324227292" sldId="12773"/>
            <ac:spMk id="10" creationId="{5FB8F5C4-A210-A931-1D11-07CF8AE8D7C7}"/>
          </ac:spMkLst>
        </pc:spChg>
        <pc:grpChg chg="mod">
          <ac:chgData name="Celso Rodrigo Giusti" userId="d1ac35f3-fe4c-48aa-ac28-902aa99f02c6" providerId="ADAL" clId="{5DACDE4B-B645-4A53-9361-03E1AEDF3758}" dt="2025-08-07T02:32:34.543" v="1974" actId="1076"/>
          <ac:grpSpMkLst>
            <pc:docMk/>
            <pc:sldMk cId="324227292" sldId="12773"/>
            <ac:grpSpMk id="5" creationId="{0A3E38AB-D539-913B-C016-0FAA41116801}"/>
          </ac:grpSpMkLst>
        </pc:grpChg>
        <pc:picChg chg="add mod">
          <ac:chgData name="Celso Rodrigo Giusti" userId="d1ac35f3-fe4c-48aa-ac28-902aa99f02c6" providerId="ADAL" clId="{5DACDE4B-B645-4A53-9361-03E1AEDF3758}" dt="2025-08-07T02:32:30.278" v="1971" actId="14100"/>
          <ac:picMkLst>
            <pc:docMk/>
            <pc:sldMk cId="324227292" sldId="12773"/>
            <ac:picMk id="9218" creationId="{E2D9CF87-2BE4-4500-0774-8A291B62217E}"/>
          </ac:picMkLst>
        </pc:picChg>
        <pc:picChg chg="add mod">
          <ac:chgData name="Celso Rodrigo Giusti" userId="d1ac35f3-fe4c-48aa-ac28-902aa99f02c6" providerId="ADAL" clId="{5DACDE4B-B645-4A53-9361-03E1AEDF3758}" dt="2025-08-07T02:33:16.887" v="1980" actId="732"/>
          <ac:picMkLst>
            <pc:docMk/>
            <pc:sldMk cId="324227292" sldId="12773"/>
            <ac:picMk id="9220" creationId="{7E1EFC37-B08F-5DB1-FD73-3E60058BFA81}"/>
          </ac:picMkLst>
        </pc:picChg>
      </pc:sldChg>
      <pc:sldChg chg="addSp delSp modSp add mod">
        <pc:chgData name="Celso Rodrigo Giusti" userId="d1ac35f3-fe4c-48aa-ac28-902aa99f02c6" providerId="ADAL" clId="{5DACDE4B-B645-4A53-9361-03E1AEDF3758}" dt="2025-08-07T02:35:31.404" v="2160" actId="1076"/>
        <pc:sldMkLst>
          <pc:docMk/>
          <pc:sldMk cId="3421922823" sldId="12774"/>
        </pc:sldMkLst>
        <pc:spChg chg="mod">
          <ac:chgData name="Celso Rodrigo Giusti" userId="d1ac35f3-fe4c-48aa-ac28-902aa99f02c6" providerId="ADAL" clId="{5DACDE4B-B645-4A53-9361-03E1AEDF3758}" dt="2025-08-07T02:34:59.785" v="2152" actId="1076"/>
          <ac:spMkLst>
            <pc:docMk/>
            <pc:sldMk cId="3421922823" sldId="12774"/>
            <ac:spMk id="6" creationId="{831A448C-516D-3919-294E-26104AC6C1A2}"/>
          </ac:spMkLst>
        </pc:spChg>
        <pc:spChg chg="mod">
          <ac:chgData name="Celso Rodrigo Giusti" userId="d1ac35f3-fe4c-48aa-ac28-902aa99f02c6" providerId="ADAL" clId="{5DACDE4B-B645-4A53-9361-03E1AEDF3758}" dt="2025-08-07T02:34:59.785" v="2152" actId="1076"/>
          <ac:spMkLst>
            <pc:docMk/>
            <pc:sldMk cId="3421922823" sldId="12774"/>
            <ac:spMk id="7" creationId="{89C30473-F9C7-3C53-C6BD-4C84003777B2}"/>
          </ac:spMkLst>
        </pc:spChg>
        <pc:spChg chg="mod">
          <ac:chgData name="Celso Rodrigo Giusti" userId="d1ac35f3-fe4c-48aa-ac28-902aa99f02c6" providerId="ADAL" clId="{5DACDE4B-B645-4A53-9361-03E1AEDF3758}" dt="2025-08-07T02:33:51.704" v="2022" actId="20577"/>
          <ac:spMkLst>
            <pc:docMk/>
            <pc:sldMk cId="3421922823" sldId="12774"/>
            <ac:spMk id="8" creationId="{8EC497E4-DA78-D10A-832F-3295E1618E92}"/>
          </ac:spMkLst>
        </pc:spChg>
        <pc:spChg chg="mod">
          <ac:chgData name="Celso Rodrigo Giusti" userId="d1ac35f3-fe4c-48aa-ac28-902aa99f02c6" providerId="ADAL" clId="{5DACDE4B-B645-4A53-9361-03E1AEDF3758}" dt="2025-08-07T02:34:47.743" v="2149" actId="113"/>
          <ac:spMkLst>
            <pc:docMk/>
            <pc:sldMk cId="3421922823" sldId="12774"/>
            <ac:spMk id="10" creationId="{65DB33CF-FDA6-486B-11EA-A9E7B2104B18}"/>
          </ac:spMkLst>
        </pc:spChg>
        <pc:grpChg chg="mod">
          <ac:chgData name="Celso Rodrigo Giusti" userId="d1ac35f3-fe4c-48aa-ac28-902aa99f02c6" providerId="ADAL" clId="{5DACDE4B-B645-4A53-9361-03E1AEDF3758}" dt="2025-08-07T02:34:59.785" v="2152" actId="1076"/>
          <ac:grpSpMkLst>
            <pc:docMk/>
            <pc:sldMk cId="3421922823" sldId="12774"/>
            <ac:grpSpMk id="5" creationId="{E0A55014-89B2-3ECE-BD63-7F66DB85D4B6}"/>
          </ac:grpSpMkLst>
        </pc:grpChg>
        <pc:picChg chg="add mod">
          <ac:chgData name="Celso Rodrigo Giusti" userId="d1ac35f3-fe4c-48aa-ac28-902aa99f02c6" providerId="ADAL" clId="{5DACDE4B-B645-4A53-9361-03E1AEDF3758}" dt="2025-08-07T02:35:31.404" v="2160" actId="1076"/>
          <ac:picMkLst>
            <pc:docMk/>
            <pc:sldMk cId="3421922823" sldId="12774"/>
            <ac:picMk id="10242" creationId="{6F66790A-1179-6D54-1985-57E24A182E01}"/>
          </ac:picMkLst>
        </pc:picChg>
      </pc:sldChg>
      <pc:sldChg chg="addSp delSp modSp add mod">
        <pc:chgData name="Celso Rodrigo Giusti" userId="d1ac35f3-fe4c-48aa-ac28-902aa99f02c6" providerId="ADAL" clId="{5DACDE4B-B645-4A53-9361-03E1AEDF3758}" dt="2025-08-07T02:39:57.245" v="2209" actId="1076"/>
        <pc:sldMkLst>
          <pc:docMk/>
          <pc:sldMk cId="2383448451" sldId="12775"/>
        </pc:sldMkLst>
        <pc:spChg chg="mod">
          <ac:chgData name="Celso Rodrigo Giusti" userId="d1ac35f3-fe4c-48aa-ac28-902aa99f02c6" providerId="ADAL" clId="{5DACDE4B-B645-4A53-9361-03E1AEDF3758}" dt="2025-08-07T02:37:01.548" v="2204" actId="20577"/>
          <ac:spMkLst>
            <pc:docMk/>
            <pc:sldMk cId="2383448451" sldId="12775"/>
            <ac:spMk id="10" creationId="{E90CEB73-C145-F7E9-A071-F2D5AB044B88}"/>
          </ac:spMkLst>
        </pc:spChg>
        <pc:picChg chg="add mod">
          <ac:chgData name="Celso Rodrigo Giusti" userId="d1ac35f3-fe4c-48aa-ac28-902aa99f02c6" providerId="ADAL" clId="{5DACDE4B-B645-4A53-9361-03E1AEDF3758}" dt="2025-08-07T02:39:57.245" v="2209" actId="1076"/>
          <ac:picMkLst>
            <pc:docMk/>
            <pc:sldMk cId="2383448451" sldId="12775"/>
            <ac:picMk id="11268" creationId="{9DB9C442-1CAE-60AF-20E6-6F6EA4741657}"/>
          </ac:picMkLst>
        </pc:picChg>
      </pc:sldChg>
      <pc:sldChg chg="addSp delSp modSp add mod">
        <pc:chgData name="Celso Rodrigo Giusti" userId="d1ac35f3-fe4c-48aa-ac28-902aa99f02c6" providerId="ADAL" clId="{5DACDE4B-B645-4A53-9361-03E1AEDF3758}" dt="2025-08-11T10:05:14.020" v="2228" actId="1076"/>
        <pc:sldMkLst>
          <pc:docMk/>
          <pc:sldMk cId="2163426136" sldId="12776"/>
        </pc:sldMkLst>
        <pc:spChg chg="mod">
          <ac:chgData name="Celso Rodrigo Giusti" userId="d1ac35f3-fe4c-48aa-ac28-902aa99f02c6" providerId="ADAL" clId="{5DACDE4B-B645-4A53-9361-03E1AEDF3758}" dt="2025-08-11T10:04:38.549" v="2221" actId="20577"/>
          <ac:spMkLst>
            <pc:docMk/>
            <pc:sldMk cId="2163426136" sldId="12776"/>
            <ac:spMk id="10" creationId="{2AB20A09-F62B-CC68-1BA0-3D5088F0CC34}"/>
          </ac:spMkLst>
        </pc:spChg>
        <pc:picChg chg="add mod">
          <ac:chgData name="Celso Rodrigo Giusti" userId="d1ac35f3-fe4c-48aa-ac28-902aa99f02c6" providerId="ADAL" clId="{5DACDE4B-B645-4A53-9361-03E1AEDF3758}" dt="2025-08-11T10:05:14.020" v="2228" actId="1076"/>
          <ac:picMkLst>
            <pc:docMk/>
            <pc:sldMk cId="2163426136" sldId="12776"/>
            <ac:picMk id="1026" creationId="{38412C52-C0A0-8457-0EF7-93526E5C81C1}"/>
          </ac:picMkLst>
        </pc:picChg>
        <pc:picChg chg="del">
          <ac:chgData name="Celso Rodrigo Giusti" userId="d1ac35f3-fe4c-48aa-ac28-902aa99f02c6" providerId="ADAL" clId="{5DACDE4B-B645-4A53-9361-03E1AEDF3758}" dt="2025-08-11T10:04:48.482" v="2222" actId="478"/>
          <ac:picMkLst>
            <pc:docMk/>
            <pc:sldMk cId="2163426136" sldId="12776"/>
            <ac:picMk id="10242" creationId="{BC71CCF0-6B15-DD5B-14C1-B03760ADA284}"/>
          </ac:picMkLst>
        </pc:picChg>
      </pc:sldChg>
      <pc:sldChg chg="addSp delSp modSp add mod">
        <pc:chgData name="Celso Rodrigo Giusti" userId="d1ac35f3-fe4c-48aa-ac28-902aa99f02c6" providerId="ADAL" clId="{5DACDE4B-B645-4A53-9361-03E1AEDF3758}" dt="2025-08-11T10:06:11.733" v="2261" actId="1076"/>
        <pc:sldMkLst>
          <pc:docMk/>
          <pc:sldMk cId="2634201587" sldId="12777"/>
        </pc:sldMkLst>
        <pc:spChg chg="mod">
          <ac:chgData name="Celso Rodrigo Giusti" userId="d1ac35f3-fe4c-48aa-ac28-902aa99f02c6" providerId="ADAL" clId="{5DACDE4B-B645-4A53-9361-03E1AEDF3758}" dt="2025-08-11T10:05:56.810" v="2257" actId="20577"/>
          <ac:spMkLst>
            <pc:docMk/>
            <pc:sldMk cId="2634201587" sldId="12777"/>
            <ac:spMk id="10" creationId="{E53ADFD3-2456-4E88-E397-CD5789B3DDA0}"/>
          </ac:spMkLst>
        </pc:spChg>
        <pc:picChg chg="add mod">
          <ac:chgData name="Celso Rodrigo Giusti" userId="d1ac35f3-fe4c-48aa-ac28-902aa99f02c6" providerId="ADAL" clId="{5DACDE4B-B645-4A53-9361-03E1AEDF3758}" dt="2025-08-11T10:06:11.733" v="2261" actId="1076"/>
          <ac:picMkLst>
            <pc:docMk/>
            <pc:sldMk cId="2634201587" sldId="12777"/>
            <ac:picMk id="2050" creationId="{FFA0A578-7A9C-58D3-5C79-1A66DAB90CAC}"/>
          </ac:picMkLst>
        </pc:picChg>
        <pc:picChg chg="del">
          <ac:chgData name="Celso Rodrigo Giusti" userId="d1ac35f3-fe4c-48aa-ac28-902aa99f02c6" providerId="ADAL" clId="{5DACDE4B-B645-4A53-9361-03E1AEDF3758}" dt="2025-08-11T10:06:03.896" v="2258" actId="478"/>
          <ac:picMkLst>
            <pc:docMk/>
            <pc:sldMk cId="2634201587" sldId="12777"/>
            <ac:picMk id="11268" creationId="{DA4559E7-F1D8-DB8B-D363-D215E6EA8C41}"/>
          </ac:picMkLst>
        </pc:picChg>
      </pc:sldChg>
      <pc:sldChg chg="addSp delSp modSp add mod">
        <pc:chgData name="Celso Rodrigo Giusti" userId="d1ac35f3-fe4c-48aa-ac28-902aa99f02c6" providerId="ADAL" clId="{5DACDE4B-B645-4A53-9361-03E1AEDF3758}" dt="2025-08-11T10:08:55.321" v="2386" actId="1076"/>
        <pc:sldMkLst>
          <pc:docMk/>
          <pc:sldMk cId="2338187501" sldId="12778"/>
        </pc:sldMkLst>
        <pc:spChg chg="mod">
          <ac:chgData name="Celso Rodrigo Giusti" userId="d1ac35f3-fe4c-48aa-ac28-902aa99f02c6" providerId="ADAL" clId="{5DACDE4B-B645-4A53-9361-03E1AEDF3758}" dt="2025-08-11T10:06:57.388" v="2303" actId="20577"/>
          <ac:spMkLst>
            <pc:docMk/>
            <pc:sldMk cId="2338187501" sldId="12778"/>
            <ac:spMk id="8" creationId="{22947FC8-63D0-45B8-58BA-0D46F5DDA998}"/>
          </ac:spMkLst>
        </pc:spChg>
        <pc:spChg chg="mod">
          <ac:chgData name="Celso Rodrigo Giusti" userId="d1ac35f3-fe4c-48aa-ac28-902aa99f02c6" providerId="ADAL" clId="{5DACDE4B-B645-4A53-9361-03E1AEDF3758}" dt="2025-08-11T10:07:55.414" v="2378" actId="20577"/>
          <ac:spMkLst>
            <pc:docMk/>
            <pc:sldMk cId="2338187501" sldId="12778"/>
            <ac:spMk id="10" creationId="{3FE23843-E77D-2306-5E0D-D8EAA55FD060}"/>
          </ac:spMkLst>
        </pc:spChg>
        <pc:picChg chg="del">
          <ac:chgData name="Celso Rodrigo Giusti" userId="d1ac35f3-fe4c-48aa-ac28-902aa99f02c6" providerId="ADAL" clId="{5DACDE4B-B645-4A53-9361-03E1AEDF3758}" dt="2025-08-11T10:07:58.788" v="2379" actId="478"/>
          <ac:picMkLst>
            <pc:docMk/>
            <pc:sldMk cId="2338187501" sldId="12778"/>
            <ac:picMk id="2050" creationId="{790C978A-DA0C-CD83-B0D6-EEABDE69CF82}"/>
          </ac:picMkLst>
        </pc:picChg>
        <pc:picChg chg="add mod">
          <ac:chgData name="Celso Rodrigo Giusti" userId="d1ac35f3-fe4c-48aa-ac28-902aa99f02c6" providerId="ADAL" clId="{5DACDE4B-B645-4A53-9361-03E1AEDF3758}" dt="2025-08-11T10:08:55.321" v="2386" actId="1076"/>
          <ac:picMkLst>
            <pc:docMk/>
            <pc:sldMk cId="2338187501" sldId="12778"/>
            <ac:picMk id="3074" creationId="{FD928E84-721F-B53D-9D86-5C19BCBB0AE9}"/>
          </ac:picMkLst>
        </pc:picChg>
      </pc:sldChg>
      <pc:sldChg chg="addSp delSp modSp add mod">
        <pc:chgData name="Celso Rodrigo Giusti" userId="d1ac35f3-fe4c-48aa-ac28-902aa99f02c6" providerId="ADAL" clId="{5DACDE4B-B645-4A53-9361-03E1AEDF3758}" dt="2025-08-11T10:12:15.265" v="2397" actId="1076"/>
        <pc:sldMkLst>
          <pc:docMk/>
          <pc:sldMk cId="3217231587" sldId="12779"/>
        </pc:sldMkLst>
        <pc:spChg chg="mod">
          <ac:chgData name="Celso Rodrigo Giusti" userId="d1ac35f3-fe4c-48aa-ac28-902aa99f02c6" providerId="ADAL" clId="{5DACDE4B-B645-4A53-9361-03E1AEDF3758}" dt="2025-08-11T10:10:59.152" v="2391" actId="20577"/>
          <ac:spMkLst>
            <pc:docMk/>
            <pc:sldMk cId="3217231587" sldId="12779"/>
            <ac:spMk id="10" creationId="{4D34FD44-7430-139F-557B-D20D8DDB588E}"/>
          </ac:spMkLst>
        </pc:spChg>
        <pc:picChg chg="del">
          <ac:chgData name="Celso Rodrigo Giusti" userId="d1ac35f3-fe4c-48aa-ac28-902aa99f02c6" providerId="ADAL" clId="{5DACDE4B-B645-4A53-9361-03E1AEDF3758}" dt="2025-08-11T10:12:03.590" v="2392" actId="478"/>
          <ac:picMkLst>
            <pc:docMk/>
            <pc:sldMk cId="3217231587" sldId="12779"/>
            <ac:picMk id="3074" creationId="{09F15635-A138-4C21-D29A-93B21DCD99CC}"/>
          </ac:picMkLst>
        </pc:picChg>
        <pc:picChg chg="add mod">
          <ac:chgData name="Celso Rodrigo Giusti" userId="d1ac35f3-fe4c-48aa-ac28-902aa99f02c6" providerId="ADAL" clId="{5DACDE4B-B645-4A53-9361-03E1AEDF3758}" dt="2025-08-11T10:12:15.265" v="2397" actId="1076"/>
          <ac:picMkLst>
            <pc:docMk/>
            <pc:sldMk cId="3217231587" sldId="12779"/>
            <ac:picMk id="4098" creationId="{AD44CB06-5D00-DE74-3325-BF5F9D626885}"/>
          </ac:picMkLst>
        </pc:picChg>
      </pc:sldChg>
      <pc:sldChg chg="addSp delSp modSp add mod">
        <pc:chgData name="Celso Rodrigo Giusti" userId="d1ac35f3-fe4c-48aa-ac28-902aa99f02c6" providerId="ADAL" clId="{5DACDE4B-B645-4A53-9361-03E1AEDF3758}" dt="2025-08-11T10:13:08.281" v="2419" actId="1076"/>
        <pc:sldMkLst>
          <pc:docMk/>
          <pc:sldMk cId="3399780848" sldId="12780"/>
        </pc:sldMkLst>
        <pc:spChg chg="mod">
          <ac:chgData name="Celso Rodrigo Giusti" userId="d1ac35f3-fe4c-48aa-ac28-902aa99f02c6" providerId="ADAL" clId="{5DACDE4B-B645-4A53-9361-03E1AEDF3758}" dt="2025-08-11T10:12:30.613" v="2410" actId="20577"/>
          <ac:spMkLst>
            <pc:docMk/>
            <pc:sldMk cId="3399780848" sldId="12780"/>
            <ac:spMk id="10" creationId="{9A9A8847-2501-AE06-31A7-2251E8B3CD7F}"/>
          </ac:spMkLst>
        </pc:spChg>
        <pc:picChg chg="del">
          <ac:chgData name="Celso Rodrigo Giusti" userId="d1ac35f3-fe4c-48aa-ac28-902aa99f02c6" providerId="ADAL" clId="{5DACDE4B-B645-4A53-9361-03E1AEDF3758}" dt="2025-08-11T10:12:36.425" v="2411" actId="478"/>
          <ac:picMkLst>
            <pc:docMk/>
            <pc:sldMk cId="3399780848" sldId="12780"/>
            <ac:picMk id="4098" creationId="{42C20518-88B3-5C7B-24AB-FB5F421032C0}"/>
          </ac:picMkLst>
        </pc:picChg>
        <pc:picChg chg="add mod">
          <ac:chgData name="Celso Rodrigo Giusti" userId="d1ac35f3-fe4c-48aa-ac28-902aa99f02c6" providerId="ADAL" clId="{5DACDE4B-B645-4A53-9361-03E1AEDF3758}" dt="2025-08-11T10:13:08.281" v="2419" actId="1076"/>
          <ac:picMkLst>
            <pc:docMk/>
            <pc:sldMk cId="3399780848" sldId="12780"/>
            <ac:picMk id="5122" creationId="{38BAF51A-BEC2-1B23-CE7F-3A32344EC488}"/>
          </ac:picMkLst>
        </pc:picChg>
      </pc:sldChg>
      <pc:sldChg chg="addSp delSp modSp add mod">
        <pc:chgData name="Celso Rodrigo Giusti" userId="d1ac35f3-fe4c-48aa-ac28-902aa99f02c6" providerId="ADAL" clId="{5DACDE4B-B645-4A53-9361-03E1AEDF3758}" dt="2025-08-11T10:14:09.386" v="2432" actId="1076"/>
        <pc:sldMkLst>
          <pc:docMk/>
          <pc:sldMk cId="788419440" sldId="12781"/>
        </pc:sldMkLst>
        <pc:spChg chg="mod">
          <ac:chgData name="Celso Rodrigo Giusti" userId="d1ac35f3-fe4c-48aa-ac28-902aa99f02c6" providerId="ADAL" clId="{5DACDE4B-B645-4A53-9361-03E1AEDF3758}" dt="2025-08-11T10:13:35.160" v="2424" actId="5793"/>
          <ac:spMkLst>
            <pc:docMk/>
            <pc:sldMk cId="788419440" sldId="12781"/>
            <ac:spMk id="10" creationId="{8FBF4DE7-1A73-0F8D-188B-0FE54434067C}"/>
          </ac:spMkLst>
        </pc:spChg>
        <pc:picChg chg="del">
          <ac:chgData name="Celso Rodrigo Giusti" userId="d1ac35f3-fe4c-48aa-ac28-902aa99f02c6" providerId="ADAL" clId="{5DACDE4B-B645-4A53-9361-03E1AEDF3758}" dt="2025-08-11T10:13:37.489" v="2425" actId="478"/>
          <ac:picMkLst>
            <pc:docMk/>
            <pc:sldMk cId="788419440" sldId="12781"/>
            <ac:picMk id="5122" creationId="{C18D854B-7C18-CBE8-A7D8-97A80586F65D}"/>
          </ac:picMkLst>
        </pc:picChg>
        <pc:picChg chg="add mod">
          <ac:chgData name="Celso Rodrigo Giusti" userId="d1ac35f3-fe4c-48aa-ac28-902aa99f02c6" providerId="ADAL" clId="{5DACDE4B-B645-4A53-9361-03E1AEDF3758}" dt="2025-08-11T10:14:09.386" v="2432" actId="1076"/>
          <ac:picMkLst>
            <pc:docMk/>
            <pc:sldMk cId="788419440" sldId="12781"/>
            <ac:picMk id="6146" creationId="{D524502E-CC07-584F-999B-666C952970A8}"/>
          </ac:picMkLst>
        </pc:picChg>
      </pc:sldChg>
      <pc:sldChg chg="addSp delSp modSp add mod">
        <pc:chgData name="Celso Rodrigo Giusti" userId="d1ac35f3-fe4c-48aa-ac28-902aa99f02c6" providerId="ADAL" clId="{5DACDE4B-B645-4A53-9361-03E1AEDF3758}" dt="2025-08-11T10:18:06.838" v="2654" actId="1076"/>
        <pc:sldMkLst>
          <pc:docMk/>
          <pc:sldMk cId="3659946423" sldId="12782"/>
        </pc:sldMkLst>
        <pc:spChg chg="mod">
          <ac:chgData name="Celso Rodrigo Giusti" userId="d1ac35f3-fe4c-48aa-ac28-902aa99f02c6" providerId="ADAL" clId="{5DACDE4B-B645-4A53-9361-03E1AEDF3758}" dt="2025-08-11T10:16:37.265" v="2464" actId="20577"/>
          <ac:spMkLst>
            <pc:docMk/>
            <pc:sldMk cId="3659946423" sldId="12782"/>
            <ac:spMk id="8" creationId="{AA40E767-C255-D2AC-A163-CC58B2BFF058}"/>
          </ac:spMkLst>
        </pc:spChg>
        <pc:spChg chg="mod">
          <ac:chgData name="Celso Rodrigo Giusti" userId="d1ac35f3-fe4c-48aa-ac28-902aa99f02c6" providerId="ADAL" clId="{5DACDE4B-B645-4A53-9361-03E1AEDF3758}" dt="2025-08-11T10:17:34.102" v="2646" actId="5793"/>
          <ac:spMkLst>
            <pc:docMk/>
            <pc:sldMk cId="3659946423" sldId="12782"/>
            <ac:spMk id="10" creationId="{2754528C-6F97-FB56-7958-DB1528591BE0}"/>
          </ac:spMkLst>
        </pc:spChg>
        <pc:picChg chg="del">
          <ac:chgData name="Celso Rodrigo Giusti" userId="d1ac35f3-fe4c-48aa-ac28-902aa99f02c6" providerId="ADAL" clId="{5DACDE4B-B645-4A53-9361-03E1AEDF3758}" dt="2025-08-11T10:17:36.284" v="2647" actId="478"/>
          <ac:picMkLst>
            <pc:docMk/>
            <pc:sldMk cId="3659946423" sldId="12782"/>
            <ac:picMk id="6146" creationId="{34810498-BBE5-EFEC-B824-34FE92E1BAC1}"/>
          </ac:picMkLst>
        </pc:picChg>
        <pc:picChg chg="add mod">
          <ac:chgData name="Celso Rodrigo Giusti" userId="d1ac35f3-fe4c-48aa-ac28-902aa99f02c6" providerId="ADAL" clId="{5DACDE4B-B645-4A53-9361-03E1AEDF3758}" dt="2025-08-11T10:18:06.838" v="2654" actId="1076"/>
          <ac:picMkLst>
            <pc:docMk/>
            <pc:sldMk cId="3659946423" sldId="12782"/>
            <ac:picMk id="7170" creationId="{AFEEB4A5-8357-3A0A-60A8-F5E76D316E2B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 dirty="0"/>
          </a:p>
        </p:txBody>
      </p:sp>
      <p:sp>
        <p:nvSpPr>
          <p:cNvPr id="3" name="Freeform 3"/>
          <p:cNvSpPr/>
          <p:nvPr/>
        </p:nvSpPr>
        <p:spPr>
          <a:xfrm>
            <a:off x="7561289" y="8666140"/>
            <a:ext cx="3165421" cy="809423"/>
          </a:xfrm>
          <a:custGeom>
            <a:avLst/>
            <a:gdLst/>
            <a:ahLst/>
            <a:cxnLst/>
            <a:rect l="l" t="t" r="r" b="b"/>
            <a:pathLst>
              <a:path w="3165421" h="809423">
                <a:moveTo>
                  <a:pt x="0" y="0"/>
                </a:moveTo>
                <a:lnTo>
                  <a:pt x="3165422" y="0"/>
                </a:lnTo>
                <a:lnTo>
                  <a:pt x="3165422" y="809423"/>
                </a:lnTo>
                <a:lnTo>
                  <a:pt x="0" y="8094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 dirty="0"/>
          </a:p>
        </p:txBody>
      </p:sp>
      <p:sp>
        <p:nvSpPr>
          <p:cNvPr id="4" name="TextBox 4"/>
          <p:cNvSpPr txBox="1"/>
          <p:nvPr/>
        </p:nvSpPr>
        <p:spPr>
          <a:xfrm>
            <a:off x="4245010" y="3685100"/>
            <a:ext cx="9691835" cy="13029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674"/>
              </a:lnSpc>
              <a:spcBef>
                <a:spcPct val="0"/>
              </a:spcBef>
            </a:pPr>
            <a:r>
              <a:rPr lang="en-US" sz="7624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JavaScript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22396" y="962025"/>
            <a:ext cx="3337062" cy="424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b="1" dirty="0" err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Professores</a:t>
            </a:r>
            <a:endParaRPr lang="en-US" sz="2400" b="1" dirty="0">
              <a:solidFill>
                <a:srgbClr val="FFFFFF"/>
              </a:solidFill>
              <a:latin typeface="Poppins Bold"/>
              <a:ea typeface="Poppins Bold"/>
              <a:cs typeface="Poppins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6770685" y="1442736"/>
            <a:ext cx="4746630" cy="12852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Celso Giusti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Daniel Filho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Marlon Rodrigues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/>
          <p:cNvSpPr/>
          <p:nvPr/>
        </p:nvSpPr>
        <p:spPr>
          <a:xfrm>
            <a:off x="0" y="0"/>
            <a:ext cx="18288000" cy="6217920"/>
          </a:xfrm>
          <a:custGeom>
            <a:avLst/>
            <a:gdLst/>
            <a:ahLst/>
            <a:cxnLst/>
            <a:rect l="l" t="t" r="r" b="b"/>
            <a:pathLst>
              <a:path w="18288000" h="621792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" name="AutoShape 4"/>
          <p:cNvSpPr/>
          <p:nvPr/>
        </p:nvSpPr>
        <p:spPr>
          <a:xfrm flipV="1">
            <a:off x="1296998" y="16306"/>
            <a:ext cx="16565" cy="2135589"/>
          </a:xfrm>
          <a:prstGeom prst="line">
            <a:avLst/>
          </a:prstGeom>
          <a:ln w="38100" cap="flat">
            <a:solidFill>
              <a:srgbClr val="D938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grpSp>
        <p:nvGrpSpPr>
          <p:cNvPr id="5" name="Group 5"/>
          <p:cNvGrpSpPr/>
          <p:nvPr/>
        </p:nvGrpSpPr>
        <p:grpSpPr>
          <a:xfrm>
            <a:off x="1396388" y="3131820"/>
            <a:ext cx="16211550" cy="7450677"/>
            <a:chOff x="0" y="0"/>
            <a:chExt cx="4269709" cy="196231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269709" cy="1962318"/>
            </a:xfrm>
            <a:custGeom>
              <a:avLst/>
              <a:gdLst/>
              <a:ahLst/>
              <a:cxnLst/>
              <a:rect l="l" t="t" r="r" b="b"/>
              <a:pathLst>
                <a:path w="4269709" h="1962318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269709" cy="2000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2043296" y="1189042"/>
            <a:ext cx="12658852" cy="10233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dirty="0">
                <a:solidFill>
                  <a:srgbClr val="0E1113"/>
                </a:solidFill>
                <a:latin typeface="Poppins Bold"/>
                <a:ea typeface="Poppins Bold"/>
                <a:cs typeface="Poppins Bold"/>
                <a:sym typeface="Poppins Bold"/>
              </a:rPr>
              <a:t>O que é JavaScript?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043295" y="962025"/>
            <a:ext cx="2757303" cy="341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 dirty="0">
                <a:solidFill>
                  <a:srgbClr val="D93831"/>
                </a:solidFill>
                <a:latin typeface="Poppins Bold"/>
                <a:ea typeface="Poppins Bold"/>
                <a:cs typeface="Poppins Bold"/>
                <a:sym typeface="Poppins Bold"/>
              </a:rPr>
              <a:t>JAVASCRIPT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043296" y="3582670"/>
            <a:ext cx="14443833" cy="45135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60000" indent="-360000" algn="l">
              <a:lnSpc>
                <a:spcPts val="2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Linguagem de programação de alto nível, interpretada e dinâmica;</a:t>
            </a:r>
          </a:p>
          <a:p>
            <a:pPr marL="360000" indent="-360000" algn="l">
              <a:lnSpc>
                <a:spcPts val="2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pt-BR" sz="3200" dirty="0">
              <a:solidFill>
                <a:srgbClr val="000000"/>
              </a:solidFill>
              <a:latin typeface="Poppins"/>
              <a:ea typeface="Poppins"/>
              <a:cs typeface="Poppins"/>
            </a:endParaRPr>
          </a:p>
          <a:p>
            <a:pPr marL="360000" indent="-360000" algn="l">
              <a:lnSpc>
                <a:spcPts val="2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Usada principalmente para desenvolvimento web, permitindo interatividade nas páginas;</a:t>
            </a:r>
          </a:p>
          <a:p>
            <a:pPr marL="360000" indent="-360000" algn="l">
              <a:lnSpc>
                <a:spcPts val="2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pt-BR" sz="3200" dirty="0">
              <a:solidFill>
                <a:srgbClr val="000000"/>
              </a:solidFill>
              <a:latin typeface="Poppins"/>
              <a:ea typeface="Poppins"/>
              <a:cs typeface="Poppins"/>
            </a:endParaRPr>
          </a:p>
          <a:p>
            <a:pPr marL="360000" indent="-360000" algn="l">
              <a:lnSpc>
                <a:spcPts val="2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Funciona no navegador (</a:t>
            </a:r>
            <a:r>
              <a:rPr lang="pt-BR" sz="3200" dirty="0" err="1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client-side</a:t>
            </a:r>
            <a:r>
              <a:rPr lang="pt-BR" sz="3200" dirty="0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) e também no servidor (Node.js);</a:t>
            </a:r>
          </a:p>
          <a:p>
            <a:pPr marL="360000" indent="-360000" algn="l">
              <a:lnSpc>
                <a:spcPts val="2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pt-BR" sz="3200" dirty="0">
              <a:solidFill>
                <a:srgbClr val="000000"/>
              </a:solidFill>
              <a:latin typeface="Poppins"/>
              <a:ea typeface="Poppins"/>
              <a:cs typeface="Poppins"/>
            </a:endParaRPr>
          </a:p>
          <a:p>
            <a:pPr marL="360000" indent="-360000" algn="l">
              <a:lnSpc>
                <a:spcPts val="2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Evoluiu bastante e hoje suporta orientação a objetos baseada em classes, além de programação funcional e assíncrona.</a:t>
            </a:r>
          </a:p>
          <a:p>
            <a:pPr marL="342900" indent="-342900" algn="l">
              <a:lnSpc>
                <a:spcPts val="2800"/>
              </a:lnSpc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000000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11" name="Freeform 11"/>
          <p:cNvSpPr/>
          <p:nvPr/>
        </p:nvSpPr>
        <p:spPr>
          <a:xfrm>
            <a:off x="14702148" y="624310"/>
            <a:ext cx="3018346" cy="768717"/>
          </a:xfrm>
          <a:custGeom>
            <a:avLst/>
            <a:gdLst/>
            <a:ahLst/>
            <a:cxnLst/>
            <a:rect l="l" t="t" r="r" b="b"/>
            <a:pathLst>
              <a:path w="3018346" h="768717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F8AD3-2EA6-01D4-4977-51EF6AF56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B0ED686-5D10-EB7C-5AC7-9051A2A042E5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4130BC93-8EDE-12BF-D971-05E8CB18C577}"/>
              </a:ext>
            </a:extLst>
          </p:cNvPr>
          <p:cNvSpPr/>
          <p:nvPr/>
        </p:nvSpPr>
        <p:spPr>
          <a:xfrm>
            <a:off x="0" y="0"/>
            <a:ext cx="18288000" cy="6217920"/>
          </a:xfrm>
          <a:custGeom>
            <a:avLst/>
            <a:gdLst/>
            <a:ahLst/>
            <a:cxnLst/>
            <a:rect l="l" t="t" r="r" b="b"/>
            <a:pathLst>
              <a:path w="18288000" h="621792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798BD99C-499E-061E-34A1-DF2EEF471CC2}"/>
              </a:ext>
            </a:extLst>
          </p:cNvPr>
          <p:cNvSpPr/>
          <p:nvPr/>
        </p:nvSpPr>
        <p:spPr>
          <a:xfrm flipV="1">
            <a:off x="1296998" y="16306"/>
            <a:ext cx="16565" cy="2135589"/>
          </a:xfrm>
          <a:prstGeom prst="line">
            <a:avLst/>
          </a:prstGeom>
          <a:ln w="38100" cap="flat">
            <a:solidFill>
              <a:srgbClr val="D938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9913455E-2896-7CEE-41C5-D9B70260B3B0}"/>
              </a:ext>
            </a:extLst>
          </p:cNvPr>
          <p:cNvGrpSpPr/>
          <p:nvPr/>
        </p:nvGrpSpPr>
        <p:grpSpPr>
          <a:xfrm>
            <a:off x="1396388" y="3131820"/>
            <a:ext cx="16211550" cy="7450677"/>
            <a:chOff x="0" y="0"/>
            <a:chExt cx="4269709" cy="1962318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A841B5AC-9733-BEF1-2C58-552FE205B647}"/>
                </a:ext>
              </a:extLst>
            </p:cNvPr>
            <p:cNvSpPr/>
            <p:nvPr/>
          </p:nvSpPr>
          <p:spPr>
            <a:xfrm>
              <a:off x="0" y="0"/>
              <a:ext cx="4269709" cy="1962318"/>
            </a:xfrm>
            <a:custGeom>
              <a:avLst/>
              <a:gdLst/>
              <a:ahLst/>
              <a:cxnLst/>
              <a:rect l="l" t="t" r="r" b="b"/>
              <a:pathLst>
                <a:path w="4269709" h="1962318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2AAE810E-8FA8-A195-3179-7A873ABF4ABC}"/>
                </a:ext>
              </a:extLst>
            </p:cNvPr>
            <p:cNvSpPr txBox="1"/>
            <p:nvPr/>
          </p:nvSpPr>
          <p:spPr>
            <a:xfrm>
              <a:off x="0" y="-38100"/>
              <a:ext cx="4269709" cy="2000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6FA7B9AF-B2AE-7092-1801-7D0C9E669799}"/>
              </a:ext>
            </a:extLst>
          </p:cNvPr>
          <p:cNvSpPr txBox="1"/>
          <p:nvPr/>
        </p:nvSpPr>
        <p:spPr>
          <a:xfrm>
            <a:off x="2043296" y="1189042"/>
            <a:ext cx="12658852" cy="10233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dirty="0">
                <a:solidFill>
                  <a:srgbClr val="0E1113"/>
                </a:solidFill>
                <a:latin typeface="Poppins Bold"/>
                <a:ea typeface="Poppins Bold"/>
                <a:cs typeface="Poppins Bold"/>
                <a:sym typeface="Poppins Bold"/>
              </a:rPr>
              <a:t>Console.log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8D02CCE6-1E53-9AC0-2D09-D6031D89A7DF}"/>
              </a:ext>
            </a:extLst>
          </p:cNvPr>
          <p:cNvSpPr txBox="1"/>
          <p:nvPr/>
        </p:nvSpPr>
        <p:spPr>
          <a:xfrm>
            <a:off x="2043295" y="962025"/>
            <a:ext cx="2757303" cy="341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 dirty="0">
                <a:solidFill>
                  <a:srgbClr val="D93831"/>
                </a:solidFill>
                <a:latin typeface="Poppins Bold"/>
                <a:ea typeface="Poppins Bold"/>
                <a:cs typeface="Poppins Bold"/>
                <a:sym typeface="Poppins Bold"/>
              </a:rPr>
              <a:t>JAVASCRIPT</a:t>
            </a: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4676AB4C-FC42-6F2D-0E86-9DDA54799223}"/>
              </a:ext>
            </a:extLst>
          </p:cNvPr>
          <p:cNvSpPr/>
          <p:nvPr/>
        </p:nvSpPr>
        <p:spPr>
          <a:xfrm>
            <a:off x="14702148" y="624310"/>
            <a:ext cx="3018346" cy="768717"/>
          </a:xfrm>
          <a:custGeom>
            <a:avLst/>
            <a:gdLst/>
            <a:ahLst/>
            <a:cxnLst/>
            <a:rect l="l" t="t" r="r" b="b"/>
            <a:pathLst>
              <a:path w="3018346" h="768717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08578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1E3114-923D-F055-8998-52B39ADEE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F98D1A3-03BB-6820-9D7F-DD026126FDC8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4DDE48A6-92B9-8F85-3665-05BF1FFD2F49}"/>
              </a:ext>
            </a:extLst>
          </p:cNvPr>
          <p:cNvSpPr/>
          <p:nvPr/>
        </p:nvSpPr>
        <p:spPr>
          <a:xfrm>
            <a:off x="0" y="0"/>
            <a:ext cx="18288000" cy="6217920"/>
          </a:xfrm>
          <a:custGeom>
            <a:avLst/>
            <a:gdLst/>
            <a:ahLst/>
            <a:cxnLst/>
            <a:rect l="l" t="t" r="r" b="b"/>
            <a:pathLst>
              <a:path w="18288000" h="621792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556A2C45-C49C-7953-9FC0-885EE9B887DF}"/>
              </a:ext>
            </a:extLst>
          </p:cNvPr>
          <p:cNvSpPr/>
          <p:nvPr/>
        </p:nvSpPr>
        <p:spPr>
          <a:xfrm flipV="1">
            <a:off x="1296998" y="16306"/>
            <a:ext cx="16565" cy="2135589"/>
          </a:xfrm>
          <a:prstGeom prst="line">
            <a:avLst/>
          </a:prstGeom>
          <a:ln w="38100" cap="flat">
            <a:solidFill>
              <a:srgbClr val="D938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78C98B24-FF77-9712-7CFC-5C20F60B270C}"/>
              </a:ext>
            </a:extLst>
          </p:cNvPr>
          <p:cNvGrpSpPr/>
          <p:nvPr/>
        </p:nvGrpSpPr>
        <p:grpSpPr>
          <a:xfrm>
            <a:off x="1396388" y="3131820"/>
            <a:ext cx="16211550" cy="7450677"/>
            <a:chOff x="0" y="0"/>
            <a:chExt cx="4269709" cy="1962318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CF096E45-9F8C-86DF-ACB8-59B591720A6F}"/>
                </a:ext>
              </a:extLst>
            </p:cNvPr>
            <p:cNvSpPr/>
            <p:nvPr/>
          </p:nvSpPr>
          <p:spPr>
            <a:xfrm>
              <a:off x="0" y="0"/>
              <a:ext cx="4269709" cy="1962318"/>
            </a:xfrm>
            <a:custGeom>
              <a:avLst/>
              <a:gdLst/>
              <a:ahLst/>
              <a:cxnLst/>
              <a:rect l="l" t="t" r="r" b="b"/>
              <a:pathLst>
                <a:path w="4269709" h="1962318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 dirty="0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B464E665-4862-1AC7-8478-931AB222B540}"/>
                </a:ext>
              </a:extLst>
            </p:cNvPr>
            <p:cNvSpPr txBox="1"/>
            <p:nvPr/>
          </p:nvSpPr>
          <p:spPr>
            <a:xfrm>
              <a:off x="0" y="-38100"/>
              <a:ext cx="4269709" cy="2000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7AF7DE56-4C42-3E76-740B-806311CAAEF6}"/>
              </a:ext>
            </a:extLst>
          </p:cNvPr>
          <p:cNvSpPr txBox="1"/>
          <p:nvPr/>
        </p:nvSpPr>
        <p:spPr>
          <a:xfrm>
            <a:off x="2043296" y="1189042"/>
            <a:ext cx="12658852" cy="10233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dirty="0" err="1">
                <a:solidFill>
                  <a:srgbClr val="0E1113"/>
                </a:solidFill>
                <a:latin typeface="Poppins Bold"/>
                <a:ea typeface="Poppins Bold"/>
                <a:cs typeface="Poppins Bold"/>
                <a:sym typeface="Poppins Bold"/>
              </a:rPr>
              <a:t>Variáveis</a:t>
            </a:r>
            <a:endParaRPr lang="en-US" sz="6000" dirty="0">
              <a:solidFill>
                <a:srgbClr val="0E1113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C978E0EA-FD8E-8F48-5D2F-A1EBC2AC0FBC}"/>
              </a:ext>
            </a:extLst>
          </p:cNvPr>
          <p:cNvSpPr txBox="1"/>
          <p:nvPr/>
        </p:nvSpPr>
        <p:spPr>
          <a:xfrm>
            <a:off x="2043295" y="962025"/>
            <a:ext cx="2757303" cy="341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 dirty="0">
                <a:solidFill>
                  <a:srgbClr val="D93831"/>
                </a:solidFill>
                <a:latin typeface="Poppins Bold"/>
                <a:ea typeface="Poppins Bold"/>
                <a:cs typeface="Poppins Bold"/>
                <a:sym typeface="Poppins Bold"/>
              </a:rPr>
              <a:t>JAVASCRIPT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1200B20D-6E72-C5F2-EE33-3778471A3D0C}"/>
              </a:ext>
            </a:extLst>
          </p:cNvPr>
          <p:cNvSpPr txBox="1"/>
          <p:nvPr/>
        </p:nvSpPr>
        <p:spPr>
          <a:xfrm>
            <a:off x="2043296" y="3582670"/>
            <a:ext cx="14443833" cy="3436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Aft>
                <a:spcPts val="600"/>
              </a:spcAft>
            </a:pPr>
            <a:r>
              <a:rPr lang="pt-BR" sz="3200" dirty="0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No JavaScript, existem três formas principais de declarar variáveis:</a:t>
            </a:r>
          </a:p>
          <a:p>
            <a:pPr algn="l">
              <a:lnSpc>
                <a:spcPts val="2800"/>
              </a:lnSpc>
              <a:spcAft>
                <a:spcPts val="600"/>
              </a:spcAft>
            </a:pPr>
            <a:endParaRPr lang="pt-BR" sz="3200" dirty="0">
              <a:solidFill>
                <a:srgbClr val="000000"/>
              </a:solidFill>
              <a:latin typeface="Poppins"/>
              <a:ea typeface="Poppins"/>
              <a:cs typeface="Poppins"/>
            </a:endParaRPr>
          </a:p>
          <a:p>
            <a:pPr marL="457200" indent="-457200" algn="l">
              <a:lnSpc>
                <a:spcPts val="2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3200" b="1" dirty="0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var</a:t>
            </a:r>
          </a:p>
          <a:p>
            <a:pPr marL="914400" lvl="1" indent="-457200">
              <a:lnSpc>
                <a:spcPts val="2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Pode ser redeclarada e reatribuída.</a:t>
            </a:r>
          </a:p>
          <a:p>
            <a:pPr marL="914400" lvl="1" indent="-457200">
              <a:lnSpc>
                <a:spcPts val="2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Tem escopo de função.</a:t>
            </a:r>
          </a:p>
          <a:p>
            <a:pPr marL="914400" lvl="1" indent="-457200">
              <a:lnSpc>
                <a:spcPts val="2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Forma antiga de declaração, não é mais recomendado.</a:t>
            </a:r>
          </a:p>
          <a:p>
            <a:pPr marL="360000" indent="-360000" algn="l">
              <a:lnSpc>
                <a:spcPts val="2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000000"/>
              </a:solidFill>
              <a:latin typeface="Poppins"/>
              <a:ea typeface="Poppins"/>
              <a:cs typeface="Poppins"/>
            </a:endParaRPr>
          </a:p>
          <a:p>
            <a:pPr marL="360000" indent="-360000" algn="l">
              <a:lnSpc>
                <a:spcPts val="2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000000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295F0E68-6089-1EB8-D844-4F858C95B2F8}"/>
              </a:ext>
            </a:extLst>
          </p:cNvPr>
          <p:cNvSpPr/>
          <p:nvPr/>
        </p:nvSpPr>
        <p:spPr>
          <a:xfrm>
            <a:off x="14702148" y="624310"/>
            <a:ext cx="3018346" cy="768717"/>
          </a:xfrm>
          <a:custGeom>
            <a:avLst/>
            <a:gdLst/>
            <a:ahLst/>
            <a:cxnLst/>
            <a:rect l="l" t="t" r="r" b="b"/>
            <a:pathLst>
              <a:path w="3018346" h="768717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9995F71-7ADD-69B2-9A2C-CB19478882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6718" y="6329803"/>
            <a:ext cx="9450889" cy="3957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27603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22EC40-2239-3F59-3E65-1AB74547B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E746EBD-180F-9F75-D43B-8298292FFFA2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6AFD84B6-C0E2-A729-3817-F74131D5B0FF}"/>
              </a:ext>
            </a:extLst>
          </p:cNvPr>
          <p:cNvSpPr/>
          <p:nvPr/>
        </p:nvSpPr>
        <p:spPr>
          <a:xfrm>
            <a:off x="0" y="0"/>
            <a:ext cx="18288000" cy="6217920"/>
          </a:xfrm>
          <a:custGeom>
            <a:avLst/>
            <a:gdLst/>
            <a:ahLst/>
            <a:cxnLst/>
            <a:rect l="l" t="t" r="r" b="b"/>
            <a:pathLst>
              <a:path w="18288000" h="621792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CB5FC16D-01D5-49D2-6F08-25BF563971FB}"/>
              </a:ext>
            </a:extLst>
          </p:cNvPr>
          <p:cNvSpPr/>
          <p:nvPr/>
        </p:nvSpPr>
        <p:spPr>
          <a:xfrm flipV="1">
            <a:off x="1296998" y="16306"/>
            <a:ext cx="16565" cy="2135589"/>
          </a:xfrm>
          <a:prstGeom prst="line">
            <a:avLst/>
          </a:prstGeom>
          <a:ln w="38100" cap="flat">
            <a:solidFill>
              <a:srgbClr val="D938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EB5BC9A2-1686-C878-402C-6E8C4F04843A}"/>
              </a:ext>
            </a:extLst>
          </p:cNvPr>
          <p:cNvGrpSpPr/>
          <p:nvPr/>
        </p:nvGrpSpPr>
        <p:grpSpPr>
          <a:xfrm>
            <a:off x="1396388" y="3131820"/>
            <a:ext cx="16211550" cy="7450677"/>
            <a:chOff x="0" y="0"/>
            <a:chExt cx="4269709" cy="1962318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B4577D81-70DD-9EBF-6661-8A820FD67D84}"/>
                </a:ext>
              </a:extLst>
            </p:cNvPr>
            <p:cNvSpPr/>
            <p:nvPr/>
          </p:nvSpPr>
          <p:spPr>
            <a:xfrm>
              <a:off x="0" y="0"/>
              <a:ext cx="4269709" cy="1962318"/>
            </a:xfrm>
            <a:custGeom>
              <a:avLst/>
              <a:gdLst/>
              <a:ahLst/>
              <a:cxnLst/>
              <a:rect l="l" t="t" r="r" b="b"/>
              <a:pathLst>
                <a:path w="4269709" h="1962318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 dirty="0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5BFF77E4-60D7-6576-96A5-4AF7C0C6BD5B}"/>
                </a:ext>
              </a:extLst>
            </p:cNvPr>
            <p:cNvSpPr txBox="1"/>
            <p:nvPr/>
          </p:nvSpPr>
          <p:spPr>
            <a:xfrm>
              <a:off x="0" y="-38100"/>
              <a:ext cx="4269709" cy="2000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B1D8BAB2-6CB4-1699-E977-810F20E6399F}"/>
              </a:ext>
            </a:extLst>
          </p:cNvPr>
          <p:cNvSpPr txBox="1"/>
          <p:nvPr/>
        </p:nvSpPr>
        <p:spPr>
          <a:xfrm>
            <a:off x="2043296" y="1189042"/>
            <a:ext cx="12658852" cy="10233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dirty="0" err="1">
                <a:solidFill>
                  <a:srgbClr val="0E1113"/>
                </a:solidFill>
                <a:latin typeface="Poppins Bold"/>
                <a:ea typeface="Poppins Bold"/>
                <a:cs typeface="Poppins Bold"/>
                <a:sym typeface="Poppins Bold"/>
              </a:rPr>
              <a:t>Variáveis</a:t>
            </a:r>
            <a:endParaRPr lang="en-US" sz="6000" dirty="0">
              <a:solidFill>
                <a:srgbClr val="0E1113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C27DEE99-D16B-B396-C005-D6980A42EDA8}"/>
              </a:ext>
            </a:extLst>
          </p:cNvPr>
          <p:cNvSpPr txBox="1"/>
          <p:nvPr/>
        </p:nvSpPr>
        <p:spPr>
          <a:xfrm>
            <a:off x="2043295" y="962025"/>
            <a:ext cx="2757303" cy="341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 dirty="0">
                <a:solidFill>
                  <a:srgbClr val="D93831"/>
                </a:solidFill>
                <a:latin typeface="Poppins Bold"/>
                <a:ea typeface="Poppins Bold"/>
                <a:cs typeface="Poppins Bold"/>
                <a:sym typeface="Poppins Bold"/>
              </a:rPr>
              <a:t>JAVASCRIPT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8258E5A5-A24B-5778-CF94-2091CA505E1D}"/>
              </a:ext>
            </a:extLst>
          </p:cNvPr>
          <p:cNvSpPr txBox="1"/>
          <p:nvPr/>
        </p:nvSpPr>
        <p:spPr>
          <a:xfrm>
            <a:off x="2043296" y="3582670"/>
            <a:ext cx="14443833" cy="3436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Aft>
                <a:spcPts val="600"/>
              </a:spcAft>
            </a:pPr>
            <a:r>
              <a:rPr lang="pt-BR" sz="3200" dirty="0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No JavaScript, existem três formas principais de declarar variáveis:</a:t>
            </a:r>
          </a:p>
          <a:p>
            <a:pPr algn="l">
              <a:lnSpc>
                <a:spcPts val="2800"/>
              </a:lnSpc>
              <a:spcAft>
                <a:spcPts val="600"/>
              </a:spcAft>
            </a:pPr>
            <a:endParaRPr lang="pt-BR" sz="3200" dirty="0">
              <a:solidFill>
                <a:srgbClr val="000000"/>
              </a:solidFill>
              <a:latin typeface="Poppins"/>
              <a:ea typeface="Poppins"/>
              <a:cs typeface="Poppins"/>
            </a:endParaRPr>
          </a:p>
          <a:p>
            <a:pPr marL="457200" indent="-457200" algn="l">
              <a:lnSpc>
                <a:spcPts val="2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3200" b="1" dirty="0" err="1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let</a:t>
            </a:r>
            <a:endParaRPr lang="pt-BR" sz="3200" b="1" dirty="0">
              <a:solidFill>
                <a:srgbClr val="000000"/>
              </a:solidFill>
              <a:latin typeface="Poppins"/>
              <a:ea typeface="Poppins"/>
              <a:cs typeface="Poppins"/>
            </a:endParaRPr>
          </a:p>
          <a:p>
            <a:pPr marL="914400" lvl="1" indent="-457200">
              <a:lnSpc>
                <a:spcPts val="2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Pode ser reatribuída, mas não redeclarada no mesmo escopo.</a:t>
            </a:r>
          </a:p>
          <a:p>
            <a:pPr marL="914400" lvl="1" indent="-457200">
              <a:lnSpc>
                <a:spcPts val="2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Tem escopo de bloco.</a:t>
            </a:r>
          </a:p>
          <a:p>
            <a:pPr marL="914400" lvl="1" indent="-457200">
              <a:lnSpc>
                <a:spcPts val="2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Forma nova de declaração, é mais recomendado.</a:t>
            </a:r>
          </a:p>
          <a:p>
            <a:pPr marL="360000" indent="-360000" algn="l">
              <a:lnSpc>
                <a:spcPts val="2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000000"/>
              </a:solidFill>
              <a:latin typeface="Poppins"/>
              <a:ea typeface="Poppins"/>
              <a:cs typeface="Poppins"/>
            </a:endParaRPr>
          </a:p>
          <a:p>
            <a:pPr marL="360000" indent="-360000" algn="l">
              <a:lnSpc>
                <a:spcPts val="2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000000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224FA58C-4F2E-99E4-A8B8-56DD66C8C793}"/>
              </a:ext>
            </a:extLst>
          </p:cNvPr>
          <p:cNvSpPr/>
          <p:nvPr/>
        </p:nvSpPr>
        <p:spPr>
          <a:xfrm>
            <a:off x="14702148" y="624310"/>
            <a:ext cx="3018346" cy="768717"/>
          </a:xfrm>
          <a:custGeom>
            <a:avLst/>
            <a:gdLst/>
            <a:ahLst/>
            <a:cxnLst/>
            <a:rect l="l" t="t" r="r" b="b"/>
            <a:pathLst>
              <a:path w="3018346" h="768717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C0F1A959-F4CA-70DE-23E6-F50D87C2C8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3776" y="6513417"/>
            <a:ext cx="7860448" cy="4069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13292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FDA493-695E-5FA2-C77F-E10693569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B627B43-D20C-F93A-FC5A-D7A97AEBB451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 dirty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6460BDA0-2E83-2DB0-470F-809BA50DEBBF}"/>
              </a:ext>
            </a:extLst>
          </p:cNvPr>
          <p:cNvSpPr/>
          <p:nvPr/>
        </p:nvSpPr>
        <p:spPr>
          <a:xfrm>
            <a:off x="0" y="0"/>
            <a:ext cx="18288000" cy="6217920"/>
          </a:xfrm>
          <a:custGeom>
            <a:avLst/>
            <a:gdLst/>
            <a:ahLst/>
            <a:cxnLst/>
            <a:rect l="l" t="t" r="r" b="b"/>
            <a:pathLst>
              <a:path w="18288000" h="621792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 dirty="0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F2C783E7-EA86-D6A2-251E-5D2CA4C8FC88}"/>
              </a:ext>
            </a:extLst>
          </p:cNvPr>
          <p:cNvSpPr/>
          <p:nvPr/>
        </p:nvSpPr>
        <p:spPr>
          <a:xfrm flipV="1">
            <a:off x="1296998" y="16306"/>
            <a:ext cx="16565" cy="2135589"/>
          </a:xfrm>
          <a:prstGeom prst="line">
            <a:avLst/>
          </a:prstGeom>
          <a:ln w="38100" cap="flat">
            <a:solidFill>
              <a:srgbClr val="D938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366DAA4E-0AA0-0052-41CB-6AB833362C10}"/>
              </a:ext>
            </a:extLst>
          </p:cNvPr>
          <p:cNvGrpSpPr/>
          <p:nvPr/>
        </p:nvGrpSpPr>
        <p:grpSpPr>
          <a:xfrm>
            <a:off x="1396388" y="3131820"/>
            <a:ext cx="16211550" cy="7450677"/>
            <a:chOff x="0" y="0"/>
            <a:chExt cx="4269709" cy="1962318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EC31601C-5111-21D9-42AC-CEFA5A907A00}"/>
                </a:ext>
              </a:extLst>
            </p:cNvPr>
            <p:cNvSpPr/>
            <p:nvPr/>
          </p:nvSpPr>
          <p:spPr>
            <a:xfrm>
              <a:off x="0" y="0"/>
              <a:ext cx="4269709" cy="1962318"/>
            </a:xfrm>
            <a:custGeom>
              <a:avLst/>
              <a:gdLst/>
              <a:ahLst/>
              <a:cxnLst/>
              <a:rect l="l" t="t" r="r" b="b"/>
              <a:pathLst>
                <a:path w="4269709" h="1962318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 dirty="0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2A73FAF3-B33D-93C0-915A-0E1037974C1D}"/>
                </a:ext>
              </a:extLst>
            </p:cNvPr>
            <p:cNvSpPr txBox="1"/>
            <p:nvPr/>
          </p:nvSpPr>
          <p:spPr>
            <a:xfrm>
              <a:off x="0" y="-38100"/>
              <a:ext cx="4269709" cy="2000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2BF50E17-76F9-CA5E-D00E-F19D9146C630}"/>
              </a:ext>
            </a:extLst>
          </p:cNvPr>
          <p:cNvSpPr txBox="1"/>
          <p:nvPr/>
        </p:nvSpPr>
        <p:spPr>
          <a:xfrm>
            <a:off x="2043296" y="1189042"/>
            <a:ext cx="12658852" cy="10233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pt-BR" sz="6000" noProof="0" dirty="0">
                <a:solidFill>
                  <a:srgbClr val="0E1113"/>
                </a:solidFill>
                <a:latin typeface="Poppins Bold"/>
                <a:ea typeface="Poppins Bold"/>
                <a:cs typeface="Poppins Bold"/>
                <a:sym typeface="Poppins Bold"/>
              </a:rPr>
              <a:t>Variáveis</a:t>
            </a:r>
            <a:endParaRPr lang="en-US" sz="6000" dirty="0">
              <a:solidFill>
                <a:srgbClr val="0E1113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B38F6293-2621-6EF6-045D-88C098E590D7}"/>
              </a:ext>
            </a:extLst>
          </p:cNvPr>
          <p:cNvSpPr txBox="1"/>
          <p:nvPr/>
        </p:nvSpPr>
        <p:spPr>
          <a:xfrm>
            <a:off x="2043295" y="962025"/>
            <a:ext cx="2757303" cy="341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 dirty="0">
                <a:solidFill>
                  <a:srgbClr val="D93831"/>
                </a:solidFill>
                <a:latin typeface="Poppins Bold"/>
                <a:ea typeface="Poppins Bold"/>
                <a:cs typeface="Poppins Bold"/>
                <a:sym typeface="Poppins Bold"/>
              </a:rPr>
              <a:t>JAVASCRIPT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68DE3736-EAE2-90A7-1F24-AD7A06349336}"/>
              </a:ext>
            </a:extLst>
          </p:cNvPr>
          <p:cNvSpPr txBox="1"/>
          <p:nvPr/>
        </p:nvSpPr>
        <p:spPr>
          <a:xfrm>
            <a:off x="2043296" y="3582670"/>
            <a:ext cx="14443833" cy="3436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Aft>
                <a:spcPts val="600"/>
              </a:spcAft>
            </a:pPr>
            <a:r>
              <a:rPr lang="pt-BR" sz="3200" dirty="0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No JavaScript, existem três formas principais de declarar variáveis:</a:t>
            </a:r>
          </a:p>
          <a:p>
            <a:pPr algn="l">
              <a:lnSpc>
                <a:spcPts val="2800"/>
              </a:lnSpc>
              <a:spcAft>
                <a:spcPts val="600"/>
              </a:spcAft>
            </a:pPr>
            <a:endParaRPr lang="pt-BR" sz="3200" dirty="0">
              <a:solidFill>
                <a:srgbClr val="000000"/>
              </a:solidFill>
              <a:latin typeface="Poppins"/>
              <a:ea typeface="Poppins"/>
              <a:cs typeface="Poppins"/>
            </a:endParaRPr>
          </a:p>
          <a:p>
            <a:pPr marL="457200" indent="-457200" algn="l">
              <a:lnSpc>
                <a:spcPts val="2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3200" b="1" dirty="0" err="1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const</a:t>
            </a:r>
            <a:endParaRPr lang="pt-BR" sz="3200" b="1" dirty="0">
              <a:solidFill>
                <a:srgbClr val="000000"/>
              </a:solidFill>
              <a:latin typeface="Poppins"/>
              <a:ea typeface="Poppins"/>
              <a:cs typeface="Poppins"/>
            </a:endParaRPr>
          </a:p>
          <a:p>
            <a:pPr marL="914400" lvl="1" indent="-457200">
              <a:lnSpc>
                <a:spcPts val="2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Não pode ser reatribuída.</a:t>
            </a:r>
          </a:p>
          <a:p>
            <a:pPr marL="914400" lvl="1" indent="-457200">
              <a:lnSpc>
                <a:spcPts val="2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Tem escopo de bloco.</a:t>
            </a:r>
          </a:p>
          <a:p>
            <a:pPr marL="914400" lvl="1" indent="-457200">
              <a:lnSpc>
                <a:spcPts val="2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Deve ser inicializada no momento da declaração</a:t>
            </a:r>
          </a:p>
          <a:p>
            <a:pPr marL="360000" indent="-360000" algn="l">
              <a:lnSpc>
                <a:spcPts val="2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000000"/>
              </a:solidFill>
              <a:latin typeface="Poppins"/>
              <a:ea typeface="Poppins"/>
              <a:cs typeface="Poppins"/>
            </a:endParaRPr>
          </a:p>
          <a:p>
            <a:pPr marL="360000" indent="-360000" algn="l">
              <a:lnSpc>
                <a:spcPts val="2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000000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DC5487D4-813D-7D88-C58C-5BF74572C0F0}"/>
              </a:ext>
            </a:extLst>
          </p:cNvPr>
          <p:cNvSpPr/>
          <p:nvPr/>
        </p:nvSpPr>
        <p:spPr>
          <a:xfrm>
            <a:off x="14702148" y="624310"/>
            <a:ext cx="3018346" cy="768717"/>
          </a:xfrm>
          <a:custGeom>
            <a:avLst/>
            <a:gdLst/>
            <a:ahLst/>
            <a:cxnLst/>
            <a:rect l="l" t="t" r="r" b="b"/>
            <a:pathLst>
              <a:path w="3018346" h="768717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C34E86AE-231B-D17F-642F-A77802EA43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3662" y="6278880"/>
            <a:ext cx="9357002" cy="4163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38539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7F422-3F51-5979-ABDF-4C06123A6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BE7624C-32B2-E065-0A1E-8D49F97FBD68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 dirty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DAFBFE3F-6B6A-58CB-A88B-4622F4301DDA}"/>
              </a:ext>
            </a:extLst>
          </p:cNvPr>
          <p:cNvSpPr/>
          <p:nvPr/>
        </p:nvSpPr>
        <p:spPr>
          <a:xfrm>
            <a:off x="0" y="0"/>
            <a:ext cx="18288000" cy="6217920"/>
          </a:xfrm>
          <a:custGeom>
            <a:avLst/>
            <a:gdLst/>
            <a:ahLst/>
            <a:cxnLst/>
            <a:rect l="l" t="t" r="r" b="b"/>
            <a:pathLst>
              <a:path w="18288000" h="621792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 dirty="0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B3EED27B-189A-1D7E-76AD-C8FA6375D138}"/>
              </a:ext>
            </a:extLst>
          </p:cNvPr>
          <p:cNvSpPr/>
          <p:nvPr/>
        </p:nvSpPr>
        <p:spPr>
          <a:xfrm flipV="1">
            <a:off x="1296998" y="16306"/>
            <a:ext cx="16565" cy="2135589"/>
          </a:xfrm>
          <a:prstGeom prst="line">
            <a:avLst/>
          </a:prstGeom>
          <a:ln w="38100" cap="flat">
            <a:solidFill>
              <a:srgbClr val="D938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69281A4B-6774-AB42-5B61-27CCD939DDBD}"/>
              </a:ext>
            </a:extLst>
          </p:cNvPr>
          <p:cNvGrpSpPr/>
          <p:nvPr/>
        </p:nvGrpSpPr>
        <p:grpSpPr>
          <a:xfrm>
            <a:off x="1396388" y="3131820"/>
            <a:ext cx="16211550" cy="7450677"/>
            <a:chOff x="0" y="0"/>
            <a:chExt cx="4269709" cy="1962318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5BF20EF3-8C55-EF8A-4314-8DC8A995FC3C}"/>
                </a:ext>
              </a:extLst>
            </p:cNvPr>
            <p:cNvSpPr/>
            <p:nvPr/>
          </p:nvSpPr>
          <p:spPr>
            <a:xfrm>
              <a:off x="0" y="0"/>
              <a:ext cx="4269709" cy="1962318"/>
            </a:xfrm>
            <a:custGeom>
              <a:avLst/>
              <a:gdLst/>
              <a:ahLst/>
              <a:cxnLst/>
              <a:rect l="l" t="t" r="r" b="b"/>
              <a:pathLst>
                <a:path w="4269709" h="1962318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 dirty="0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E6D48A1A-341A-F99B-CB77-591A097CFF21}"/>
                </a:ext>
              </a:extLst>
            </p:cNvPr>
            <p:cNvSpPr txBox="1"/>
            <p:nvPr/>
          </p:nvSpPr>
          <p:spPr>
            <a:xfrm>
              <a:off x="0" y="-38100"/>
              <a:ext cx="4269709" cy="2000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2AF81FB2-7D42-6FE7-59FB-A74C0D0B92AA}"/>
              </a:ext>
            </a:extLst>
          </p:cNvPr>
          <p:cNvSpPr txBox="1"/>
          <p:nvPr/>
        </p:nvSpPr>
        <p:spPr>
          <a:xfrm>
            <a:off x="2043296" y="1189042"/>
            <a:ext cx="12658852" cy="10233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pt-BR" sz="6000" dirty="0" err="1">
                <a:solidFill>
                  <a:srgbClr val="0E1113"/>
                </a:solidFill>
                <a:latin typeface="Poppins Bold"/>
                <a:ea typeface="Poppins Bold"/>
                <a:cs typeface="Poppins Bold"/>
                <a:sym typeface="Poppins Bold"/>
              </a:rPr>
              <a:t>camelCase</a:t>
            </a:r>
            <a:endParaRPr lang="en-US" sz="6000" dirty="0">
              <a:solidFill>
                <a:srgbClr val="0E1113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34BA3082-F7AB-AC0A-693D-72DCB2818EED}"/>
              </a:ext>
            </a:extLst>
          </p:cNvPr>
          <p:cNvSpPr txBox="1"/>
          <p:nvPr/>
        </p:nvSpPr>
        <p:spPr>
          <a:xfrm>
            <a:off x="2043295" y="962025"/>
            <a:ext cx="2757303" cy="341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 dirty="0">
                <a:solidFill>
                  <a:srgbClr val="D93831"/>
                </a:solidFill>
                <a:latin typeface="Poppins Bold"/>
                <a:ea typeface="Poppins Bold"/>
                <a:cs typeface="Poppins Bold"/>
                <a:sym typeface="Poppins Bold"/>
              </a:rPr>
              <a:t>JAVASCRIPT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D70E9015-07FF-CDB9-A71B-8401057DEA57}"/>
              </a:ext>
            </a:extLst>
          </p:cNvPr>
          <p:cNvSpPr txBox="1"/>
          <p:nvPr/>
        </p:nvSpPr>
        <p:spPr>
          <a:xfrm>
            <a:off x="2043296" y="3582670"/>
            <a:ext cx="14443833" cy="59241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pt-BR" sz="3200" dirty="0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Em JavaScript, a convenção mais amplamente adotada e recomendada para nomear variáveis e funções é a </a:t>
            </a:r>
            <a:r>
              <a:rPr lang="pt-BR" sz="3200" dirty="0" err="1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camelCase</a:t>
            </a:r>
            <a:r>
              <a:rPr lang="pt-BR" sz="3200" dirty="0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.</a:t>
            </a:r>
          </a:p>
          <a:p>
            <a:pPr algn="l">
              <a:spcAft>
                <a:spcPts val="600"/>
              </a:spcAft>
            </a:pPr>
            <a:endParaRPr lang="pt-BR" sz="3200" dirty="0">
              <a:solidFill>
                <a:srgbClr val="000000"/>
              </a:solidFill>
              <a:latin typeface="Poppins"/>
              <a:ea typeface="Poppins"/>
              <a:cs typeface="Poppins"/>
            </a:endParaRPr>
          </a:p>
          <a:p>
            <a:pPr algn="l">
              <a:spcAft>
                <a:spcPts val="600"/>
              </a:spcAft>
            </a:pPr>
            <a:r>
              <a:rPr lang="pt-BR" sz="3200" b="1" dirty="0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Regras básicas:</a:t>
            </a:r>
          </a:p>
          <a:p>
            <a:pPr marL="914400" lvl="1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A primeira palavra começa com letra minúscula.</a:t>
            </a:r>
          </a:p>
          <a:p>
            <a:pPr marL="914400" lvl="1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A primeira letra de cada nova palavra começa com letra maiúscula.</a:t>
            </a:r>
          </a:p>
          <a:p>
            <a:pPr marL="914400" lvl="1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Não há espaçamento entre as palavras</a:t>
            </a:r>
          </a:p>
          <a:p>
            <a:pPr marL="914400" lvl="1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pt-BR" sz="3200" dirty="0">
              <a:solidFill>
                <a:srgbClr val="000000"/>
              </a:solidFill>
              <a:latin typeface="Poppins"/>
              <a:ea typeface="Poppins"/>
              <a:cs typeface="Poppins"/>
            </a:endParaRPr>
          </a:p>
          <a:p>
            <a:pPr lvl="1">
              <a:spcAft>
                <a:spcPts val="600"/>
              </a:spcAft>
            </a:pPr>
            <a:r>
              <a:rPr lang="pt-BR" sz="3200" dirty="0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Ex.: </a:t>
            </a:r>
            <a:r>
              <a:rPr lang="pt-BR" sz="3200" dirty="0" err="1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nomeCompleto</a:t>
            </a:r>
            <a:r>
              <a:rPr lang="pt-BR" sz="3200" dirty="0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, </a:t>
            </a:r>
            <a:r>
              <a:rPr lang="pt-BR" sz="3200" dirty="0" err="1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valorDoPedido</a:t>
            </a:r>
            <a:r>
              <a:rPr lang="pt-BR" sz="3200" dirty="0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. </a:t>
            </a:r>
          </a:p>
          <a:p>
            <a:pPr algn="l">
              <a:lnSpc>
                <a:spcPts val="2800"/>
              </a:lnSpc>
              <a:spcAft>
                <a:spcPts val="600"/>
              </a:spcAft>
            </a:pPr>
            <a:endParaRPr lang="en-US" sz="3200" dirty="0">
              <a:solidFill>
                <a:srgbClr val="000000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58DEC6EA-531D-EA2C-CD73-A2675691BD42}"/>
              </a:ext>
            </a:extLst>
          </p:cNvPr>
          <p:cNvSpPr/>
          <p:nvPr/>
        </p:nvSpPr>
        <p:spPr>
          <a:xfrm>
            <a:off x="14702148" y="624310"/>
            <a:ext cx="3018346" cy="768717"/>
          </a:xfrm>
          <a:custGeom>
            <a:avLst/>
            <a:gdLst/>
            <a:ahLst/>
            <a:cxnLst/>
            <a:rect l="l" t="t" r="r" b="b"/>
            <a:pathLst>
              <a:path w="3018346" h="768717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34441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A8630-F8C8-1CEA-4D78-E22C686B5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01195B8-3368-131E-6724-757EF72EFDDD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 dirty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9F1F8582-836E-AC72-F03D-D511C19F0979}"/>
              </a:ext>
            </a:extLst>
          </p:cNvPr>
          <p:cNvSpPr/>
          <p:nvPr/>
        </p:nvSpPr>
        <p:spPr>
          <a:xfrm>
            <a:off x="0" y="0"/>
            <a:ext cx="18288000" cy="6217920"/>
          </a:xfrm>
          <a:custGeom>
            <a:avLst/>
            <a:gdLst/>
            <a:ahLst/>
            <a:cxnLst/>
            <a:rect l="l" t="t" r="r" b="b"/>
            <a:pathLst>
              <a:path w="18288000" h="621792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 dirty="0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55CB954B-597B-50E1-A3A7-104CAD8BB54F}"/>
              </a:ext>
            </a:extLst>
          </p:cNvPr>
          <p:cNvSpPr/>
          <p:nvPr/>
        </p:nvSpPr>
        <p:spPr>
          <a:xfrm flipV="1">
            <a:off x="1296998" y="16306"/>
            <a:ext cx="16565" cy="2135589"/>
          </a:xfrm>
          <a:prstGeom prst="line">
            <a:avLst/>
          </a:prstGeom>
          <a:ln w="38100" cap="flat">
            <a:solidFill>
              <a:srgbClr val="D938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4FDB39BE-A83B-A180-6A2E-A33B44E3B5AA}"/>
              </a:ext>
            </a:extLst>
          </p:cNvPr>
          <p:cNvGrpSpPr/>
          <p:nvPr/>
        </p:nvGrpSpPr>
        <p:grpSpPr>
          <a:xfrm>
            <a:off x="1396388" y="3131820"/>
            <a:ext cx="16211550" cy="7450677"/>
            <a:chOff x="0" y="0"/>
            <a:chExt cx="4269709" cy="1962318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C5714C1A-FD88-60D0-477A-EF6F24356D23}"/>
                </a:ext>
              </a:extLst>
            </p:cNvPr>
            <p:cNvSpPr/>
            <p:nvPr/>
          </p:nvSpPr>
          <p:spPr>
            <a:xfrm>
              <a:off x="0" y="0"/>
              <a:ext cx="4269709" cy="1962318"/>
            </a:xfrm>
            <a:custGeom>
              <a:avLst/>
              <a:gdLst/>
              <a:ahLst/>
              <a:cxnLst/>
              <a:rect l="l" t="t" r="r" b="b"/>
              <a:pathLst>
                <a:path w="4269709" h="1962318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 dirty="0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58085AB9-7DD9-EB71-2A96-B8FF0D287678}"/>
                </a:ext>
              </a:extLst>
            </p:cNvPr>
            <p:cNvSpPr txBox="1"/>
            <p:nvPr/>
          </p:nvSpPr>
          <p:spPr>
            <a:xfrm>
              <a:off x="0" y="-38100"/>
              <a:ext cx="4269709" cy="2000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BAEC789A-1159-CFFE-B93B-88387D03F945}"/>
              </a:ext>
            </a:extLst>
          </p:cNvPr>
          <p:cNvSpPr txBox="1"/>
          <p:nvPr/>
        </p:nvSpPr>
        <p:spPr>
          <a:xfrm>
            <a:off x="2043296" y="1189042"/>
            <a:ext cx="12658852" cy="10233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pt-BR" sz="6000" dirty="0">
                <a:solidFill>
                  <a:srgbClr val="0E1113"/>
                </a:solidFill>
                <a:latin typeface="Poppins Bold"/>
                <a:ea typeface="Poppins Bold"/>
                <a:cs typeface="Poppins Bold"/>
                <a:sym typeface="Poppins Bold"/>
              </a:rPr>
              <a:t>Tipos de Dados</a:t>
            </a:r>
            <a:endParaRPr lang="en-US" sz="6000" dirty="0">
              <a:solidFill>
                <a:srgbClr val="0E1113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363EB12F-C0EE-515B-AB0C-EA74EA5D9542}"/>
              </a:ext>
            </a:extLst>
          </p:cNvPr>
          <p:cNvSpPr txBox="1"/>
          <p:nvPr/>
        </p:nvSpPr>
        <p:spPr>
          <a:xfrm>
            <a:off x="2043295" y="962025"/>
            <a:ext cx="2757303" cy="341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 dirty="0">
                <a:solidFill>
                  <a:srgbClr val="D93831"/>
                </a:solidFill>
                <a:latin typeface="Poppins Bold"/>
                <a:ea typeface="Poppins Bold"/>
                <a:cs typeface="Poppins Bold"/>
                <a:sym typeface="Poppins Bold"/>
              </a:rPr>
              <a:t>JAVASCRIPT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23B1618D-9BE9-2FA9-22E0-8837C4214C37}"/>
              </a:ext>
            </a:extLst>
          </p:cNvPr>
          <p:cNvSpPr txBox="1"/>
          <p:nvPr/>
        </p:nvSpPr>
        <p:spPr>
          <a:xfrm>
            <a:off x="2043296" y="3582670"/>
            <a:ext cx="14443833" cy="50624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pt-BR" sz="3200" dirty="0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JavaScript possui tipos de dados dinâmicos, ou seja, uma variável pode armazenar diferentes tipos.</a:t>
            </a:r>
          </a:p>
          <a:p>
            <a:pPr algn="l">
              <a:spcAft>
                <a:spcPts val="600"/>
              </a:spcAft>
            </a:pPr>
            <a:endParaRPr lang="pt-BR" sz="3200" dirty="0">
              <a:solidFill>
                <a:srgbClr val="000000"/>
              </a:solidFill>
              <a:latin typeface="Poppins"/>
              <a:ea typeface="Poppins"/>
              <a:cs typeface="Poppins"/>
            </a:endParaRPr>
          </a:p>
          <a:p>
            <a:pPr marL="457200" indent="-45720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Tipos Primitivos</a:t>
            </a:r>
          </a:p>
          <a:p>
            <a:pPr marL="914400" lvl="1" indent="-457200"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pt-BR" sz="2800" b="1" dirty="0" err="1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String</a:t>
            </a:r>
            <a:r>
              <a:rPr lang="pt-BR" sz="2800" dirty="0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: “Texto”;</a:t>
            </a:r>
          </a:p>
          <a:p>
            <a:pPr marL="914400" lvl="1" indent="-457200"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pt-BR" sz="2800" b="1" dirty="0" err="1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Number</a:t>
            </a:r>
            <a:r>
              <a:rPr lang="pt-BR" sz="2800" dirty="0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: Números inteiros e decimais;</a:t>
            </a:r>
          </a:p>
          <a:p>
            <a:pPr marL="914400" lvl="1" indent="-457200"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pt-BR" sz="2800" b="1" dirty="0" err="1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Boolean</a:t>
            </a:r>
            <a:r>
              <a:rPr lang="pt-BR" sz="2800" dirty="0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: </a:t>
            </a:r>
            <a:r>
              <a:rPr lang="pt-BR" sz="2800" dirty="0" err="1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True</a:t>
            </a:r>
            <a:r>
              <a:rPr lang="pt-BR" sz="2800" dirty="0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 </a:t>
            </a:r>
            <a:r>
              <a:rPr lang="pt-BR" sz="2800" dirty="0" err="1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or</a:t>
            </a:r>
            <a:r>
              <a:rPr lang="pt-BR" sz="2800" dirty="0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 False;</a:t>
            </a:r>
          </a:p>
          <a:p>
            <a:pPr marL="914400" lvl="1" indent="-457200"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pt-BR" sz="2800" b="1" dirty="0" err="1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Null</a:t>
            </a:r>
            <a:r>
              <a:rPr lang="pt-BR" sz="2800" dirty="0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: Ausência de valor;</a:t>
            </a:r>
          </a:p>
          <a:p>
            <a:pPr marL="914400" lvl="1" indent="-457200"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pt-BR" sz="2800" b="1" dirty="0" err="1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Undefined</a:t>
            </a:r>
            <a:r>
              <a:rPr lang="pt-BR" sz="2800" dirty="0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: Variável declarada sem valor;</a:t>
            </a:r>
          </a:p>
          <a:p>
            <a:pPr algn="l">
              <a:lnSpc>
                <a:spcPts val="2800"/>
              </a:lnSpc>
              <a:spcAft>
                <a:spcPts val="600"/>
              </a:spcAft>
            </a:pPr>
            <a:endParaRPr lang="en-US" sz="3200" dirty="0">
              <a:solidFill>
                <a:srgbClr val="000000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CFAC0F38-BCE8-1128-AEB2-6DD114BF885B}"/>
              </a:ext>
            </a:extLst>
          </p:cNvPr>
          <p:cNvSpPr/>
          <p:nvPr/>
        </p:nvSpPr>
        <p:spPr>
          <a:xfrm>
            <a:off x="14702148" y="624310"/>
            <a:ext cx="3018346" cy="768717"/>
          </a:xfrm>
          <a:custGeom>
            <a:avLst/>
            <a:gdLst/>
            <a:ahLst/>
            <a:cxnLst/>
            <a:rect l="l" t="t" r="r" b="b"/>
            <a:pathLst>
              <a:path w="3018346" h="768717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11E6643D-88F3-35E5-4ED1-0A94BBD86E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00520" y="5063380"/>
            <a:ext cx="7572732" cy="35636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91097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5F32D-7E4C-900A-F33C-37C23A33D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ECDB3D2-5FAA-EA5C-67D4-52008C9C935A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 dirty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6141BE9D-1A46-FA89-2DAF-0A0F2CFA1988}"/>
              </a:ext>
            </a:extLst>
          </p:cNvPr>
          <p:cNvSpPr/>
          <p:nvPr/>
        </p:nvSpPr>
        <p:spPr>
          <a:xfrm>
            <a:off x="0" y="0"/>
            <a:ext cx="18288000" cy="6217920"/>
          </a:xfrm>
          <a:custGeom>
            <a:avLst/>
            <a:gdLst/>
            <a:ahLst/>
            <a:cxnLst/>
            <a:rect l="l" t="t" r="r" b="b"/>
            <a:pathLst>
              <a:path w="18288000" h="621792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 dirty="0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D6730324-7408-C269-B1A5-2E0EF8DE24C2}"/>
              </a:ext>
            </a:extLst>
          </p:cNvPr>
          <p:cNvSpPr/>
          <p:nvPr/>
        </p:nvSpPr>
        <p:spPr>
          <a:xfrm flipV="1">
            <a:off x="1296998" y="16306"/>
            <a:ext cx="16565" cy="2135589"/>
          </a:xfrm>
          <a:prstGeom prst="line">
            <a:avLst/>
          </a:prstGeom>
          <a:ln w="38100" cap="flat">
            <a:solidFill>
              <a:srgbClr val="D938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9268EBF7-A3AD-6300-75D9-410E81D913ED}"/>
              </a:ext>
            </a:extLst>
          </p:cNvPr>
          <p:cNvGrpSpPr/>
          <p:nvPr/>
        </p:nvGrpSpPr>
        <p:grpSpPr>
          <a:xfrm>
            <a:off x="1396388" y="3131820"/>
            <a:ext cx="16211550" cy="7450677"/>
            <a:chOff x="0" y="0"/>
            <a:chExt cx="4269709" cy="1962318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8730D6E-52DA-1307-9528-C1B452465EFF}"/>
                </a:ext>
              </a:extLst>
            </p:cNvPr>
            <p:cNvSpPr/>
            <p:nvPr/>
          </p:nvSpPr>
          <p:spPr>
            <a:xfrm>
              <a:off x="0" y="0"/>
              <a:ext cx="4269709" cy="1962318"/>
            </a:xfrm>
            <a:custGeom>
              <a:avLst/>
              <a:gdLst/>
              <a:ahLst/>
              <a:cxnLst/>
              <a:rect l="l" t="t" r="r" b="b"/>
              <a:pathLst>
                <a:path w="4269709" h="1962318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 dirty="0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26205B7-7F69-BCE7-FA5D-CD021DE0DC10}"/>
                </a:ext>
              </a:extLst>
            </p:cNvPr>
            <p:cNvSpPr txBox="1"/>
            <p:nvPr/>
          </p:nvSpPr>
          <p:spPr>
            <a:xfrm>
              <a:off x="0" y="-38100"/>
              <a:ext cx="4269709" cy="2000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ADACF404-7605-94E4-80CC-ECD2EDFBECB0}"/>
              </a:ext>
            </a:extLst>
          </p:cNvPr>
          <p:cNvSpPr txBox="1"/>
          <p:nvPr/>
        </p:nvSpPr>
        <p:spPr>
          <a:xfrm>
            <a:off x="2043296" y="1189042"/>
            <a:ext cx="12658852" cy="10233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pt-BR" sz="6000" dirty="0">
                <a:solidFill>
                  <a:srgbClr val="0E1113"/>
                </a:solidFill>
                <a:latin typeface="Poppins Bold"/>
                <a:ea typeface="Poppins Bold"/>
                <a:cs typeface="Poppins Bold"/>
                <a:sym typeface="Poppins Bold"/>
              </a:rPr>
              <a:t>Tipos de Dados</a:t>
            </a:r>
            <a:endParaRPr lang="en-US" sz="6000" dirty="0">
              <a:solidFill>
                <a:srgbClr val="0E1113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311ECCD2-6E4C-FDC1-78D0-4CC6F11CAB1C}"/>
              </a:ext>
            </a:extLst>
          </p:cNvPr>
          <p:cNvSpPr txBox="1"/>
          <p:nvPr/>
        </p:nvSpPr>
        <p:spPr>
          <a:xfrm>
            <a:off x="2043295" y="962025"/>
            <a:ext cx="2757303" cy="341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 dirty="0">
                <a:solidFill>
                  <a:srgbClr val="D93831"/>
                </a:solidFill>
                <a:latin typeface="Poppins Bold"/>
                <a:ea typeface="Poppins Bold"/>
                <a:cs typeface="Poppins Bold"/>
                <a:sym typeface="Poppins Bold"/>
              </a:rPr>
              <a:t>JAVASCRIPT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901069F9-A835-EAE6-C7F1-92F329A6FCFF}"/>
              </a:ext>
            </a:extLst>
          </p:cNvPr>
          <p:cNvSpPr txBox="1"/>
          <p:nvPr/>
        </p:nvSpPr>
        <p:spPr>
          <a:xfrm>
            <a:off x="2043296" y="3582670"/>
            <a:ext cx="14443833" cy="24155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Tipos Estruturais</a:t>
            </a:r>
          </a:p>
          <a:p>
            <a:pPr marL="914400" lvl="1" indent="-457200"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pt-BR" sz="2800" b="1" dirty="0" err="1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Array</a:t>
            </a:r>
            <a:r>
              <a:rPr lang="pt-BR" sz="2800" dirty="0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: Lista de valores;</a:t>
            </a:r>
          </a:p>
          <a:p>
            <a:pPr marL="914400" lvl="1" indent="-457200"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pt-BR" sz="2800" b="1" dirty="0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Object</a:t>
            </a:r>
            <a:r>
              <a:rPr lang="pt-BR" sz="2800" dirty="0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: Coleção chave-valor, utilizado em entidades complexas;</a:t>
            </a:r>
          </a:p>
          <a:p>
            <a:pPr marL="914400" lvl="1" indent="-457200"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pt-BR" sz="2800" b="1" dirty="0" err="1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Function</a:t>
            </a:r>
            <a:r>
              <a:rPr lang="pt-BR" sz="2800" b="1" dirty="0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: </a:t>
            </a:r>
            <a:r>
              <a:rPr lang="pt-BR" sz="2800" dirty="0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Conjunto de instruções;</a:t>
            </a:r>
            <a:endParaRPr lang="pt-BR" sz="2800" b="1" dirty="0">
              <a:solidFill>
                <a:srgbClr val="000000"/>
              </a:solidFill>
              <a:latin typeface="Poppins"/>
              <a:ea typeface="Poppins"/>
              <a:cs typeface="Poppins"/>
            </a:endParaRPr>
          </a:p>
          <a:p>
            <a:pPr algn="l">
              <a:lnSpc>
                <a:spcPts val="2800"/>
              </a:lnSpc>
              <a:spcAft>
                <a:spcPts val="600"/>
              </a:spcAft>
            </a:pPr>
            <a:endParaRPr lang="en-US" sz="3200" dirty="0">
              <a:solidFill>
                <a:srgbClr val="000000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9D59C2CF-C6DE-FAF5-8DC0-308E0F0682F1}"/>
              </a:ext>
            </a:extLst>
          </p:cNvPr>
          <p:cNvSpPr/>
          <p:nvPr/>
        </p:nvSpPr>
        <p:spPr>
          <a:xfrm>
            <a:off x="14702148" y="624310"/>
            <a:ext cx="3018346" cy="768717"/>
          </a:xfrm>
          <a:custGeom>
            <a:avLst/>
            <a:gdLst/>
            <a:ahLst/>
            <a:cxnLst/>
            <a:rect l="l" t="t" r="r" b="b"/>
            <a:pathLst>
              <a:path w="3018346" h="768717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60719E31-B8ED-2195-6798-D758D82935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1843" y="5921230"/>
            <a:ext cx="10084314" cy="43657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67298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F1F78-5BE2-D385-4860-0D5C48E96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02B96D2-88A0-B709-5D73-820F4A1BF8D3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 dirty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1D2F91BF-59A5-BACF-9A3A-F498AE2CF24F}"/>
              </a:ext>
            </a:extLst>
          </p:cNvPr>
          <p:cNvSpPr/>
          <p:nvPr/>
        </p:nvSpPr>
        <p:spPr>
          <a:xfrm>
            <a:off x="0" y="0"/>
            <a:ext cx="18288000" cy="6217920"/>
          </a:xfrm>
          <a:custGeom>
            <a:avLst/>
            <a:gdLst/>
            <a:ahLst/>
            <a:cxnLst/>
            <a:rect l="l" t="t" r="r" b="b"/>
            <a:pathLst>
              <a:path w="18288000" h="621792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 dirty="0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BDC26AAA-C61A-5FDD-ED95-032D1A724D5D}"/>
              </a:ext>
            </a:extLst>
          </p:cNvPr>
          <p:cNvSpPr/>
          <p:nvPr/>
        </p:nvSpPr>
        <p:spPr>
          <a:xfrm flipV="1">
            <a:off x="1296998" y="16306"/>
            <a:ext cx="16565" cy="2135589"/>
          </a:xfrm>
          <a:prstGeom prst="line">
            <a:avLst/>
          </a:prstGeom>
          <a:ln w="38100" cap="flat">
            <a:solidFill>
              <a:srgbClr val="D938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80D75C7E-DA66-893E-BA03-1E3261D98DD0}"/>
              </a:ext>
            </a:extLst>
          </p:cNvPr>
          <p:cNvGrpSpPr/>
          <p:nvPr/>
        </p:nvGrpSpPr>
        <p:grpSpPr>
          <a:xfrm>
            <a:off x="1396388" y="3131820"/>
            <a:ext cx="16211550" cy="7450677"/>
            <a:chOff x="0" y="0"/>
            <a:chExt cx="4269709" cy="1962318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47128BFC-FF09-3029-BDE7-1B3F822547CE}"/>
                </a:ext>
              </a:extLst>
            </p:cNvPr>
            <p:cNvSpPr/>
            <p:nvPr/>
          </p:nvSpPr>
          <p:spPr>
            <a:xfrm>
              <a:off x="0" y="0"/>
              <a:ext cx="4269709" cy="1962318"/>
            </a:xfrm>
            <a:custGeom>
              <a:avLst/>
              <a:gdLst/>
              <a:ahLst/>
              <a:cxnLst/>
              <a:rect l="l" t="t" r="r" b="b"/>
              <a:pathLst>
                <a:path w="4269709" h="1962318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 dirty="0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79033E0A-3691-7664-F903-A206F7E9F466}"/>
                </a:ext>
              </a:extLst>
            </p:cNvPr>
            <p:cNvSpPr txBox="1"/>
            <p:nvPr/>
          </p:nvSpPr>
          <p:spPr>
            <a:xfrm>
              <a:off x="0" y="-38100"/>
              <a:ext cx="4269709" cy="2000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E65B99B2-AA82-4820-DF95-27C647B8C6D8}"/>
              </a:ext>
            </a:extLst>
          </p:cNvPr>
          <p:cNvSpPr txBox="1"/>
          <p:nvPr/>
        </p:nvSpPr>
        <p:spPr>
          <a:xfrm>
            <a:off x="2043296" y="1189042"/>
            <a:ext cx="12658852" cy="10233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pt-BR" sz="6000" dirty="0">
                <a:solidFill>
                  <a:srgbClr val="0E1113"/>
                </a:solidFill>
                <a:latin typeface="Poppins Bold"/>
                <a:ea typeface="Poppins Bold"/>
                <a:cs typeface="Poppins Bold"/>
                <a:sym typeface="Poppins Bold"/>
              </a:rPr>
              <a:t>Operadores Aritméticos</a:t>
            </a:r>
            <a:endParaRPr lang="en-US" sz="6000" dirty="0">
              <a:solidFill>
                <a:srgbClr val="0E1113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98BB01B1-2011-2E03-6D5F-CE55ABEB9DDD}"/>
              </a:ext>
            </a:extLst>
          </p:cNvPr>
          <p:cNvSpPr txBox="1"/>
          <p:nvPr/>
        </p:nvSpPr>
        <p:spPr>
          <a:xfrm>
            <a:off x="2043295" y="962025"/>
            <a:ext cx="2757303" cy="341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 dirty="0">
                <a:solidFill>
                  <a:srgbClr val="D93831"/>
                </a:solidFill>
                <a:latin typeface="Poppins Bold"/>
                <a:ea typeface="Poppins Bold"/>
                <a:cs typeface="Poppins Bold"/>
                <a:sym typeface="Poppins Bold"/>
              </a:rPr>
              <a:t>JAVASCRIPT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210E356D-1BC0-7EE1-D69F-13E38E8CA65A}"/>
              </a:ext>
            </a:extLst>
          </p:cNvPr>
          <p:cNvSpPr txBox="1"/>
          <p:nvPr/>
        </p:nvSpPr>
        <p:spPr>
          <a:xfrm>
            <a:off x="2043296" y="3582670"/>
            <a:ext cx="14443833" cy="8920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pt-BR" sz="2800" dirty="0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Operadores utilizados em operações matemáticas:</a:t>
            </a:r>
          </a:p>
          <a:p>
            <a:pPr algn="l">
              <a:lnSpc>
                <a:spcPts val="2800"/>
              </a:lnSpc>
              <a:spcAft>
                <a:spcPts val="600"/>
              </a:spcAft>
            </a:pPr>
            <a:endParaRPr lang="en-US" sz="3200" dirty="0">
              <a:solidFill>
                <a:srgbClr val="000000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FE870CAE-97EB-6EA5-F81D-8E9B59FBCE83}"/>
              </a:ext>
            </a:extLst>
          </p:cNvPr>
          <p:cNvSpPr/>
          <p:nvPr/>
        </p:nvSpPr>
        <p:spPr>
          <a:xfrm>
            <a:off x="14702148" y="624310"/>
            <a:ext cx="3018346" cy="768717"/>
          </a:xfrm>
          <a:custGeom>
            <a:avLst/>
            <a:gdLst/>
            <a:ahLst/>
            <a:cxnLst/>
            <a:rect l="l" t="t" r="r" b="b"/>
            <a:pathLst>
              <a:path w="3018346" h="768717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BCE5AE11-BC3A-A530-0DB5-2ED53E459B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3021" y="4474708"/>
            <a:ext cx="8439564" cy="58122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864964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9E8C74-091A-4658-FA5E-18C7ACA2E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81010E3-DE0C-8BA8-A6E4-B036A9AE4B8A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 dirty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C050556A-57CB-EBCD-D01E-18D33806BDBC}"/>
              </a:ext>
            </a:extLst>
          </p:cNvPr>
          <p:cNvSpPr/>
          <p:nvPr/>
        </p:nvSpPr>
        <p:spPr>
          <a:xfrm>
            <a:off x="0" y="0"/>
            <a:ext cx="18288000" cy="6217920"/>
          </a:xfrm>
          <a:custGeom>
            <a:avLst/>
            <a:gdLst/>
            <a:ahLst/>
            <a:cxnLst/>
            <a:rect l="l" t="t" r="r" b="b"/>
            <a:pathLst>
              <a:path w="18288000" h="621792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 dirty="0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EF8F5292-0953-258A-A966-F819BE912C4B}"/>
              </a:ext>
            </a:extLst>
          </p:cNvPr>
          <p:cNvSpPr/>
          <p:nvPr/>
        </p:nvSpPr>
        <p:spPr>
          <a:xfrm flipV="1">
            <a:off x="1296998" y="16306"/>
            <a:ext cx="16565" cy="2135589"/>
          </a:xfrm>
          <a:prstGeom prst="line">
            <a:avLst/>
          </a:prstGeom>
          <a:ln w="38100" cap="flat">
            <a:solidFill>
              <a:srgbClr val="D938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856ABD67-5A82-402A-7E4A-1E7B10310A75}"/>
              </a:ext>
            </a:extLst>
          </p:cNvPr>
          <p:cNvGrpSpPr/>
          <p:nvPr/>
        </p:nvGrpSpPr>
        <p:grpSpPr>
          <a:xfrm>
            <a:off x="1396388" y="3131820"/>
            <a:ext cx="16211550" cy="7450677"/>
            <a:chOff x="0" y="0"/>
            <a:chExt cx="4269709" cy="1962318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BA848DF-ADE0-B1F9-F5BC-2E2C2A1CA3EA}"/>
                </a:ext>
              </a:extLst>
            </p:cNvPr>
            <p:cNvSpPr/>
            <p:nvPr/>
          </p:nvSpPr>
          <p:spPr>
            <a:xfrm>
              <a:off x="0" y="0"/>
              <a:ext cx="4269709" cy="1962318"/>
            </a:xfrm>
            <a:custGeom>
              <a:avLst/>
              <a:gdLst/>
              <a:ahLst/>
              <a:cxnLst/>
              <a:rect l="l" t="t" r="r" b="b"/>
              <a:pathLst>
                <a:path w="4269709" h="1962318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 dirty="0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280CCFD0-092C-A84B-729D-477848EA6D39}"/>
                </a:ext>
              </a:extLst>
            </p:cNvPr>
            <p:cNvSpPr txBox="1"/>
            <p:nvPr/>
          </p:nvSpPr>
          <p:spPr>
            <a:xfrm>
              <a:off x="0" y="-38100"/>
              <a:ext cx="4269709" cy="2000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488267F1-D739-C232-D31D-AE19B5D6F1AB}"/>
              </a:ext>
            </a:extLst>
          </p:cNvPr>
          <p:cNvSpPr txBox="1"/>
          <p:nvPr/>
        </p:nvSpPr>
        <p:spPr>
          <a:xfrm>
            <a:off x="2043296" y="1189042"/>
            <a:ext cx="12658852" cy="10233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pt-BR" sz="6000" dirty="0">
                <a:solidFill>
                  <a:srgbClr val="0E1113"/>
                </a:solidFill>
                <a:latin typeface="Poppins Bold"/>
                <a:ea typeface="Poppins Bold"/>
                <a:cs typeface="Poppins Bold"/>
                <a:sym typeface="Poppins Bold"/>
              </a:rPr>
              <a:t>Operadores Relacionais</a:t>
            </a:r>
            <a:endParaRPr lang="en-US" sz="6000" dirty="0">
              <a:solidFill>
                <a:srgbClr val="0E1113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A53BF1DE-C047-13AC-95C8-BC3DFD0C3943}"/>
              </a:ext>
            </a:extLst>
          </p:cNvPr>
          <p:cNvSpPr txBox="1"/>
          <p:nvPr/>
        </p:nvSpPr>
        <p:spPr>
          <a:xfrm>
            <a:off x="2043295" y="962025"/>
            <a:ext cx="2757303" cy="341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 dirty="0">
                <a:solidFill>
                  <a:srgbClr val="D93831"/>
                </a:solidFill>
                <a:latin typeface="Poppins Bold"/>
                <a:ea typeface="Poppins Bold"/>
                <a:cs typeface="Poppins Bold"/>
                <a:sym typeface="Poppins Bold"/>
              </a:rPr>
              <a:t>JAVASCRIPT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3100C810-2268-FBC3-4D85-EC6E576B14A4}"/>
              </a:ext>
            </a:extLst>
          </p:cNvPr>
          <p:cNvSpPr txBox="1"/>
          <p:nvPr/>
        </p:nvSpPr>
        <p:spPr>
          <a:xfrm>
            <a:off x="2043296" y="3582670"/>
            <a:ext cx="14443833" cy="8920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pt-BR" sz="2800" dirty="0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Operadores utilizados para comparação:</a:t>
            </a:r>
          </a:p>
          <a:p>
            <a:pPr algn="l">
              <a:lnSpc>
                <a:spcPts val="2800"/>
              </a:lnSpc>
              <a:spcAft>
                <a:spcPts val="600"/>
              </a:spcAft>
            </a:pPr>
            <a:endParaRPr lang="en-US" sz="3200" dirty="0">
              <a:solidFill>
                <a:srgbClr val="000000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C2193D1B-636C-AEC6-F027-E23DF3810A41}"/>
              </a:ext>
            </a:extLst>
          </p:cNvPr>
          <p:cNvSpPr/>
          <p:nvPr/>
        </p:nvSpPr>
        <p:spPr>
          <a:xfrm>
            <a:off x="14702148" y="624310"/>
            <a:ext cx="3018346" cy="768717"/>
          </a:xfrm>
          <a:custGeom>
            <a:avLst/>
            <a:gdLst/>
            <a:ahLst/>
            <a:cxnLst/>
            <a:rect l="l" t="t" r="r" b="b"/>
            <a:pathLst>
              <a:path w="3018346" h="768717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8196" name="Picture 4">
            <a:extLst>
              <a:ext uri="{FF2B5EF4-FFF2-40B4-BE49-F238E27FC236}">
                <a16:creationId xmlns:a16="http://schemas.microsoft.com/office/drawing/2014/main" id="{5C4AB329-16B1-7285-347A-AAE06D9B57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598" y="4619370"/>
            <a:ext cx="8513055" cy="3961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10706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1BA13D-6587-CCCA-1E15-E2B38655D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6B7FCA0-4485-4C09-3CC3-8FC33ED80A3F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 dirty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B45BC6A5-863A-A6CF-ABB8-1013AD25A235}"/>
              </a:ext>
            </a:extLst>
          </p:cNvPr>
          <p:cNvSpPr/>
          <p:nvPr/>
        </p:nvSpPr>
        <p:spPr>
          <a:xfrm>
            <a:off x="0" y="0"/>
            <a:ext cx="18288000" cy="6217920"/>
          </a:xfrm>
          <a:custGeom>
            <a:avLst/>
            <a:gdLst/>
            <a:ahLst/>
            <a:cxnLst/>
            <a:rect l="l" t="t" r="r" b="b"/>
            <a:pathLst>
              <a:path w="18288000" h="621792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 dirty="0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9440C3BD-829D-C2A5-4E9C-AE15E5129A39}"/>
              </a:ext>
            </a:extLst>
          </p:cNvPr>
          <p:cNvSpPr/>
          <p:nvPr/>
        </p:nvSpPr>
        <p:spPr>
          <a:xfrm flipV="1">
            <a:off x="1296998" y="16306"/>
            <a:ext cx="16565" cy="2135589"/>
          </a:xfrm>
          <a:prstGeom prst="line">
            <a:avLst/>
          </a:prstGeom>
          <a:ln w="38100" cap="flat">
            <a:solidFill>
              <a:srgbClr val="D938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0A3E38AB-D539-913B-C016-0FAA41116801}"/>
              </a:ext>
            </a:extLst>
          </p:cNvPr>
          <p:cNvGrpSpPr/>
          <p:nvPr/>
        </p:nvGrpSpPr>
        <p:grpSpPr>
          <a:xfrm>
            <a:off x="1396388" y="3131820"/>
            <a:ext cx="16211550" cy="7450677"/>
            <a:chOff x="0" y="0"/>
            <a:chExt cx="4269709" cy="1962318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3959687B-CEFF-B5D1-172C-01FEC615F1C6}"/>
                </a:ext>
              </a:extLst>
            </p:cNvPr>
            <p:cNvSpPr/>
            <p:nvPr/>
          </p:nvSpPr>
          <p:spPr>
            <a:xfrm>
              <a:off x="0" y="0"/>
              <a:ext cx="4269709" cy="1962318"/>
            </a:xfrm>
            <a:custGeom>
              <a:avLst/>
              <a:gdLst/>
              <a:ahLst/>
              <a:cxnLst/>
              <a:rect l="l" t="t" r="r" b="b"/>
              <a:pathLst>
                <a:path w="4269709" h="1962318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 dirty="0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B189F938-7423-91C1-366D-15742402F4BA}"/>
                </a:ext>
              </a:extLst>
            </p:cNvPr>
            <p:cNvSpPr txBox="1"/>
            <p:nvPr/>
          </p:nvSpPr>
          <p:spPr>
            <a:xfrm>
              <a:off x="0" y="-38100"/>
              <a:ext cx="4269709" cy="2000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5178EB74-6D44-3047-2A0F-A5E541789E99}"/>
              </a:ext>
            </a:extLst>
          </p:cNvPr>
          <p:cNvSpPr txBox="1"/>
          <p:nvPr/>
        </p:nvSpPr>
        <p:spPr>
          <a:xfrm>
            <a:off x="2043296" y="1189042"/>
            <a:ext cx="12658852" cy="10233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pt-BR" sz="6000" dirty="0">
                <a:solidFill>
                  <a:srgbClr val="0E1113"/>
                </a:solidFill>
                <a:latin typeface="Poppins Bold"/>
                <a:ea typeface="Poppins Bold"/>
                <a:cs typeface="Poppins Bold"/>
                <a:sym typeface="Poppins Bold"/>
              </a:rPr>
              <a:t>Operadores Lógicos</a:t>
            </a:r>
            <a:endParaRPr lang="en-US" sz="6000" dirty="0">
              <a:solidFill>
                <a:srgbClr val="0E1113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FCB6F216-7228-2DA1-8093-0DEDB5730493}"/>
              </a:ext>
            </a:extLst>
          </p:cNvPr>
          <p:cNvSpPr txBox="1"/>
          <p:nvPr/>
        </p:nvSpPr>
        <p:spPr>
          <a:xfrm>
            <a:off x="2043295" y="962025"/>
            <a:ext cx="2757303" cy="341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 dirty="0">
                <a:solidFill>
                  <a:srgbClr val="D93831"/>
                </a:solidFill>
                <a:latin typeface="Poppins Bold"/>
                <a:ea typeface="Poppins Bold"/>
                <a:cs typeface="Poppins Bold"/>
                <a:sym typeface="Poppins Bold"/>
              </a:rPr>
              <a:t>JAVASCRIPT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FB8F5C4-A210-A931-1D11-07CF8AE8D7C7}"/>
              </a:ext>
            </a:extLst>
          </p:cNvPr>
          <p:cNvSpPr txBox="1"/>
          <p:nvPr/>
        </p:nvSpPr>
        <p:spPr>
          <a:xfrm>
            <a:off x="2043296" y="3582670"/>
            <a:ext cx="14443833" cy="8920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pt-BR" sz="2800" dirty="0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Operadores utilizados para avaliar expressões booleanas:</a:t>
            </a:r>
          </a:p>
          <a:p>
            <a:pPr algn="l">
              <a:lnSpc>
                <a:spcPts val="2800"/>
              </a:lnSpc>
              <a:spcAft>
                <a:spcPts val="600"/>
              </a:spcAft>
            </a:pPr>
            <a:endParaRPr lang="en-US" sz="3200" dirty="0">
              <a:solidFill>
                <a:srgbClr val="000000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520BD5EF-99A8-CF33-08C2-52DA5BEFC160}"/>
              </a:ext>
            </a:extLst>
          </p:cNvPr>
          <p:cNvSpPr/>
          <p:nvPr/>
        </p:nvSpPr>
        <p:spPr>
          <a:xfrm>
            <a:off x="14702148" y="624310"/>
            <a:ext cx="3018346" cy="768717"/>
          </a:xfrm>
          <a:custGeom>
            <a:avLst/>
            <a:gdLst/>
            <a:ahLst/>
            <a:cxnLst/>
            <a:rect l="l" t="t" r="r" b="b"/>
            <a:pathLst>
              <a:path w="3018346" h="768717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E2D9CF87-2BE4-4500-0774-8A291B6221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9004" y="4717635"/>
            <a:ext cx="8483357" cy="3940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>
            <a:extLst>
              <a:ext uri="{FF2B5EF4-FFF2-40B4-BE49-F238E27FC236}">
                <a16:creationId xmlns:a16="http://schemas.microsoft.com/office/drawing/2014/main" id="{7E1EFC37-B08F-5DB1-FD73-3E60058BFA8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75" r="32669" b="14191"/>
          <a:stretch>
            <a:fillRect/>
          </a:stretch>
        </p:blipFill>
        <p:spPr bwMode="auto">
          <a:xfrm>
            <a:off x="10479289" y="4717634"/>
            <a:ext cx="6654748" cy="3940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2272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556B2-5BD4-B8D5-33DB-F8CE06C6C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97A8224-861B-DE54-C4D0-EB8B12C9658F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 dirty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2AB9CDA5-2ED3-96F3-37C9-7BBD84162F27}"/>
              </a:ext>
            </a:extLst>
          </p:cNvPr>
          <p:cNvSpPr/>
          <p:nvPr/>
        </p:nvSpPr>
        <p:spPr>
          <a:xfrm>
            <a:off x="0" y="0"/>
            <a:ext cx="18288000" cy="6217920"/>
          </a:xfrm>
          <a:custGeom>
            <a:avLst/>
            <a:gdLst/>
            <a:ahLst/>
            <a:cxnLst/>
            <a:rect l="l" t="t" r="r" b="b"/>
            <a:pathLst>
              <a:path w="18288000" h="621792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 dirty="0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F754FA03-4B04-30F9-A560-2D9DC90B14D3}"/>
              </a:ext>
            </a:extLst>
          </p:cNvPr>
          <p:cNvSpPr/>
          <p:nvPr/>
        </p:nvSpPr>
        <p:spPr>
          <a:xfrm flipV="1">
            <a:off x="1296998" y="16306"/>
            <a:ext cx="16565" cy="2135589"/>
          </a:xfrm>
          <a:prstGeom prst="line">
            <a:avLst/>
          </a:prstGeom>
          <a:ln w="38100" cap="flat">
            <a:solidFill>
              <a:srgbClr val="D938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E0A55014-89B2-3ECE-BD63-7F66DB85D4B6}"/>
              </a:ext>
            </a:extLst>
          </p:cNvPr>
          <p:cNvGrpSpPr/>
          <p:nvPr/>
        </p:nvGrpSpPr>
        <p:grpSpPr>
          <a:xfrm>
            <a:off x="1396388" y="3131820"/>
            <a:ext cx="16211550" cy="7450677"/>
            <a:chOff x="0" y="0"/>
            <a:chExt cx="4269709" cy="1962318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831A448C-516D-3919-294E-26104AC6C1A2}"/>
                </a:ext>
              </a:extLst>
            </p:cNvPr>
            <p:cNvSpPr/>
            <p:nvPr/>
          </p:nvSpPr>
          <p:spPr>
            <a:xfrm>
              <a:off x="0" y="0"/>
              <a:ext cx="4269709" cy="1962318"/>
            </a:xfrm>
            <a:custGeom>
              <a:avLst/>
              <a:gdLst/>
              <a:ahLst/>
              <a:cxnLst/>
              <a:rect l="l" t="t" r="r" b="b"/>
              <a:pathLst>
                <a:path w="4269709" h="1962318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 dirty="0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89C30473-F9C7-3C53-C6BD-4C84003777B2}"/>
                </a:ext>
              </a:extLst>
            </p:cNvPr>
            <p:cNvSpPr txBox="1"/>
            <p:nvPr/>
          </p:nvSpPr>
          <p:spPr>
            <a:xfrm>
              <a:off x="0" y="-38100"/>
              <a:ext cx="4269709" cy="2000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8EC497E4-DA78-D10A-832F-3295E1618E92}"/>
              </a:ext>
            </a:extLst>
          </p:cNvPr>
          <p:cNvSpPr txBox="1"/>
          <p:nvPr/>
        </p:nvSpPr>
        <p:spPr>
          <a:xfrm>
            <a:off x="2043296" y="1189042"/>
            <a:ext cx="12658852" cy="10233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pt-BR" sz="6000" dirty="0">
                <a:solidFill>
                  <a:srgbClr val="0E1113"/>
                </a:solidFill>
                <a:latin typeface="Poppins Bold"/>
                <a:ea typeface="Poppins Bold"/>
                <a:cs typeface="Poppins Bold"/>
                <a:sym typeface="Poppins Bold"/>
              </a:rPr>
              <a:t>Estruturas condicionais</a:t>
            </a:r>
            <a:endParaRPr lang="en-US" sz="6000" dirty="0">
              <a:solidFill>
                <a:srgbClr val="0E1113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8388F8B7-0963-EFB7-FF96-E90AB35013C4}"/>
              </a:ext>
            </a:extLst>
          </p:cNvPr>
          <p:cNvSpPr txBox="1"/>
          <p:nvPr/>
        </p:nvSpPr>
        <p:spPr>
          <a:xfrm>
            <a:off x="2043295" y="962025"/>
            <a:ext cx="2757303" cy="341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 dirty="0">
                <a:solidFill>
                  <a:srgbClr val="D93831"/>
                </a:solidFill>
                <a:latin typeface="Poppins Bold"/>
                <a:ea typeface="Poppins Bold"/>
                <a:cs typeface="Poppins Bold"/>
                <a:sym typeface="Poppins Bold"/>
              </a:rPr>
              <a:t>JAVASCRIPT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65DB33CF-FDA6-486B-11EA-A9E7B2104B18}"/>
              </a:ext>
            </a:extLst>
          </p:cNvPr>
          <p:cNvSpPr txBox="1"/>
          <p:nvPr/>
        </p:nvSpPr>
        <p:spPr>
          <a:xfrm>
            <a:off x="2043296" y="3582670"/>
            <a:ext cx="14443833" cy="19077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pt-BR" sz="2800" dirty="0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Estrutura utilizada para tomada de decisão:</a:t>
            </a:r>
          </a:p>
          <a:p>
            <a:pPr algn="l">
              <a:spcAft>
                <a:spcPts val="600"/>
              </a:spcAft>
            </a:pPr>
            <a:endParaRPr lang="pt-BR" sz="2800" dirty="0">
              <a:solidFill>
                <a:srgbClr val="000000"/>
              </a:solidFill>
              <a:latin typeface="Poppins"/>
              <a:ea typeface="Poppins"/>
              <a:cs typeface="Poppins"/>
            </a:endParaRPr>
          </a:p>
          <a:p>
            <a:pPr marL="457200" indent="-45720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2800" b="1" dirty="0" err="1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If</a:t>
            </a:r>
            <a:r>
              <a:rPr lang="pt-BR" sz="2800" dirty="0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 e </a:t>
            </a:r>
            <a:r>
              <a:rPr lang="pt-BR" sz="2800" b="1" dirty="0" err="1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else</a:t>
            </a:r>
            <a:endParaRPr lang="pt-BR" sz="2800" b="1" dirty="0">
              <a:solidFill>
                <a:srgbClr val="000000"/>
              </a:solidFill>
              <a:latin typeface="Poppins"/>
              <a:ea typeface="Poppins"/>
              <a:cs typeface="Poppins"/>
            </a:endParaRPr>
          </a:p>
          <a:p>
            <a:pPr algn="l">
              <a:lnSpc>
                <a:spcPts val="2800"/>
              </a:lnSpc>
              <a:spcAft>
                <a:spcPts val="600"/>
              </a:spcAft>
            </a:pPr>
            <a:endParaRPr lang="en-US" sz="3200" dirty="0">
              <a:solidFill>
                <a:srgbClr val="000000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997A1CF4-271F-B7C0-583A-AAA9D422FE8E}"/>
              </a:ext>
            </a:extLst>
          </p:cNvPr>
          <p:cNvSpPr/>
          <p:nvPr/>
        </p:nvSpPr>
        <p:spPr>
          <a:xfrm>
            <a:off x="14702148" y="624310"/>
            <a:ext cx="3018346" cy="768717"/>
          </a:xfrm>
          <a:custGeom>
            <a:avLst/>
            <a:gdLst/>
            <a:ahLst/>
            <a:cxnLst/>
            <a:rect l="l" t="t" r="r" b="b"/>
            <a:pathLst>
              <a:path w="3018346" h="768717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6F66790A-1179-6D54-1985-57E24A182E0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895" r="18112" b="20571"/>
          <a:stretch>
            <a:fillRect/>
          </a:stretch>
        </p:blipFill>
        <p:spPr bwMode="auto">
          <a:xfrm>
            <a:off x="5227820" y="5057472"/>
            <a:ext cx="8548686" cy="46989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19228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0288C-DA33-6C5B-5ABA-C7A5F54E6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9415248-9C7F-1074-F322-F67BF75AA4AB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 dirty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D97388A8-63AC-B993-D44B-1F3F8AABBDFC}"/>
              </a:ext>
            </a:extLst>
          </p:cNvPr>
          <p:cNvSpPr/>
          <p:nvPr/>
        </p:nvSpPr>
        <p:spPr>
          <a:xfrm>
            <a:off x="0" y="0"/>
            <a:ext cx="18288000" cy="6217920"/>
          </a:xfrm>
          <a:custGeom>
            <a:avLst/>
            <a:gdLst/>
            <a:ahLst/>
            <a:cxnLst/>
            <a:rect l="l" t="t" r="r" b="b"/>
            <a:pathLst>
              <a:path w="18288000" h="621792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 dirty="0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A0BA6141-D5A3-4C47-CDF0-525D7B4FF276}"/>
              </a:ext>
            </a:extLst>
          </p:cNvPr>
          <p:cNvSpPr/>
          <p:nvPr/>
        </p:nvSpPr>
        <p:spPr>
          <a:xfrm flipV="1">
            <a:off x="1296998" y="16306"/>
            <a:ext cx="16565" cy="2135589"/>
          </a:xfrm>
          <a:prstGeom prst="line">
            <a:avLst/>
          </a:prstGeom>
          <a:ln w="38100" cap="flat">
            <a:solidFill>
              <a:srgbClr val="D938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E28B15B7-8358-C7EB-572F-527F6E8D11A3}"/>
              </a:ext>
            </a:extLst>
          </p:cNvPr>
          <p:cNvGrpSpPr/>
          <p:nvPr/>
        </p:nvGrpSpPr>
        <p:grpSpPr>
          <a:xfrm>
            <a:off x="1396388" y="3131820"/>
            <a:ext cx="16211550" cy="7450677"/>
            <a:chOff x="0" y="0"/>
            <a:chExt cx="4269709" cy="1962318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B8D86F92-43DF-297D-AAD5-1FCA5BB0F129}"/>
                </a:ext>
              </a:extLst>
            </p:cNvPr>
            <p:cNvSpPr/>
            <p:nvPr/>
          </p:nvSpPr>
          <p:spPr>
            <a:xfrm>
              <a:off x="0" y="0"/>
              <a:ext cx="4269709" cy="1962318"/>
            </a:xfrm>
            <a:custGeom>
              <a:avLst/>
              <a:gdLst/>
              <a:ahLst/>
              <a:cxnLst/>
              <a:rect l="l" t="t" r="r" b="b"/>
              <a:pathLst>
                <a:path w="4269709" h="1962318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 dirty="0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E9C01102-F798-5703-6C06-C89012CDF983}"/>
                </a:ext>
              </a:extLst>
            </p:cNvPr>
            <p:cNvSpPr txBox="1"/>
            <p:nvPr/>
          </p:nvSpPr>
          <p:spPr>
            <a:xfrm>
              <a:off x="0" y="-38100"/>
              <a:ext cx="4269709" cy="2000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C242A843-A65D-63B3-AE0E-CC483F8285EE}"/>
              </a:ext>
            </a:extLst>
          </p:cNvPr>
          <p:cNvSpPr txBox="1"/>
          <p:nvPr/>
        </p:nvSpPr>
        <p:spPr>
          <a:xfrm>
            <a:off x="2043296" y="1189042"/>
            <a:ext cx="12658852" cy="10233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pt-BR" sz="6000" dirty="0">
                <a:solidFill>
                  <a:srgbClr val="0E1113"/>
                </a:solidFill>
                <a:latin typeface="Poppins Bold"/>
                <a:ea typeface="Poppins Bold"/>
                <a:cs typeface="Poppins Bold"/>
                <a:sym typeface="Poppins Bold"/>
              </a:rPr>
              <a:t>Estruturas condicionais</a:t>
            </a:r>
            <a:endParaRPr lang="en-US" sz="6000" dirty="0">
              <a:solidFill>
                <a:srgbClr val="0E1113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5F1FDB9-A5B6-8213-F66B-F3779CD598D9}"/>
              </a:ext>
            </a:extLst>
          </p:cNvPr>
          <p:cNvSpPr txBox="1"/>
          <p:nvPr/>
        </p:nvSpPr>
        <p:spPr>
          <a:xfrm>
            <a:off x="2043295" y="962025"/>
            <a:ext cx="2757303" cy="341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 dirty="0">
                <a:solidFill>
                  <a:srgbClr val="D93831"/>
                </a:solidFill>
                <a:latin typeface="Poppins Bold"/>
                <a:ea typeface="Poppins Bold"/>
                <a:cs typeface="Poppins Bold"/>
                <a:sym typeface="Poppins Bold"/>
              </a:rPr>
              <a:t>JAVASCRIPT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2AB20A09-F62B-CC68-1BA0-3D5088F0CC34}"/>
              </a:ext>
            </a:extLst>
          </p:cNvPr>
          <p:cNvSpPr txBox="1"/>
          <p:nvPr/>
        </p:nvSpPr>
        <p:spPr>
          <a:xfrm>
            <a:off x="2043296" y="3582670"/>
            <a:ext cx="14443833" cy="19077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pt-BR" sz="2800" dirty="0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Estrutura utilizada para tomada de decisão:</a:t>
            </a:r>
          </a:p>
          <a:p>
            <a:pPr algn="l">
              <a:spcAft>
                <a:spcPts val="600"/>
              </a:spcAft>
            </a:pPr>
            <a:endParaRPr lang="pt-BR" sz="2800" dirty="0">
              <a:solidFill>
                <a:srgbClr val="000000"/>
              </a:solidFill>
              <a:latin typeface="Poppins"/>
              <a:ea typeface="Poppins"/>
              <a:cs typeface="Poppins"/>
            </a:endParaRPr>
          </a:p>
          <a:p>
            <a:pPr marL="457200" indent="-45720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2800" b="1" dirty="0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Else </a:t>
            </a:r>
            <a:r>
              <a:rPr lang="pt-BR" sz="2800" b="1" dirty="0" err="1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if</a:t>
            </a:r>
            <a:endParaRPr lang="pt-BR" sz="2800" b="1" dirty="0">
              <a:solidFill>
                <a:srgbClr val="000000"/>
              </a:solidFill>
              <a:latin typeface="Poppins"/>
              <a:ea typeface="Poppins"/>
              <a:cs typeface="Poppins"/>
            </a:endParaRPr>
          </a:p>
          <a:p>
            <a:pPr algn="l">
              <a:lnSpc>
                <a:spcPts val="2800"/>
              </a:lnSpc>
              <a:spcAft>
                <a:spcPts val="600"/>
              </a:spcAft>
            </a:pPr>
            <a:endParaRPr lang="en-US" sz="3200" dirty="0">
              <a:solidFill>
                <a:srgbClr val="000000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5745A221-F618-A0C4-8487-A49B309110D3}"/>
              </a:ext>
            </a:extLst>
          </p:cNvPr>
          <p:cNvSpPr/>
          <p:nvPr/>
        </p:nvSpPr>
        <p:spPr>
          <a:xfrm>
            <a:off x="14702148" y="624310"/>
            <a:ext cx="3018346" cy="768717"/>
          </a:xfrm>
          <a:custGeom>
            <a:avLst/>
            <a:gdLst/>
            <a:ahLst/>
            <a:cxnLst/>
            <a:rect l="l" t="t" r="r" b="b"/>
            <a:pathLst>
              <a:path w="3018346" h="768717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8412C52-C0A0-8457-0EF7-93526E5C81C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127" r="18552" b="19017"/>
          <a:stretch>
            <a:fillRect/>
          </a:stretch>
        </p:blipFill>
        <p:spPr bwMode="auto">
          <a:xfrm>
            <a:off x="5429534" y="4905775"/>
            <a:ext cx="8145257" cy="5218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34261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456102-0166-CCD0-762B-50DE3E157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7202ACD-DD47-8B8F-2A7B-6370450D0958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 dirty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F64011DB-FCD5-BD4B-C415-6F51CFC72549}"/>
              </a:ext>
            </a:extLst>
          </p:cNvPr>
          <p:cNvSpPr/>
          <p:nvPr/>
        </p:nvSpPr>
        <p:spPr>
          <a:xfrm>
            <a:off x="0" y="0"/>
            <a:ext cx="18288000" cy="6217920"/>
          </a:xfrm>
          <a:custGeom>
            <a:avLst/>
            <a:gdLst/>
            <a:ahLst/>
            <a:cxnLst/>
            <a:rect l="l" t="t" r="r" b="b"/>
            <a:pathLst>
              <a:path w="18288000" h="621792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 dirty="0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ED7D3ECD-8F11-A0B7-C729-05908F98691D}"/>
              </a:ext>
            </a:extLst>
          </p:cNvPr>
          <p:cNvSpPr/>
          <p:nvPr/>
        </p:nvSpPr>
        <p:spPr>
          <a:xfrm flipV="1">
            <a:off x="1296998" y="16306"/>
            <a:ext cx="16565" cy="2135589"/>
          </a:xfrm>
          <a:prstGeom prst="line">
            <a:avLst/>
          </a:prstGeom>
          <a:ln w="38100" cap="flat">
            <a:solidFill>
              <a:srgbClr val="D938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61B89FAC-7CBE-B6BC-15B9-221E9699D893}"/>
              </a:ext>
            </a:extLst>
          </p:cNvPr>
          <p:cNvGrpSpPr/>
          <p:nvPr/>
        </p:nvGrpSpPr>
        <p:grpSpPr>
          <a:xfrm>
            <a:off x="1396388" y="3131820"/>
            <a:ext cx="16211550" cy="7450677"/>
            <a:chOff x="0" y="0"/>
            <a:chExt cx="4269709" cy="1962318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82BF5430-604B-F84B-3DB4-92A4DBE3B66F}"/>
                </a:ext>
              </a:extLst>
            </p:cNvPr>
            <p:cNvSpPr/>
            <p:nvPr/>
          </p:nvSpPr>
          <p:spPr>
            <a:xfrm>
              <a:off x="0" y="0"/>
              <a:ext cx="4269709" cy="1962318"/>
            </a:xfrm>
            <a:custGeom>
              <a:avLst/>
              <a:gdLst/>
              <a:ahLst/>
              <a:cxnLst/>
              <a:rect l="l" t="t" r="r" b="b"/>
              <a:pathLst>
                <a:path w="4269709" h="1962318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 dirty="0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26FDB543-CAA2-1B8E-65EF-575085251916}"/>
                </a:ext>
              </a:extLst>
            </p:cNvPr>
            <p:cNvSpPr txBox="1"/>
            <p:nvPr/>
          </p:nvSpPr>
          <p:spPr>
            <a:xfrm>
              <a:off x="0" y="-38100"/>
              <a:ext cx="4269709" cy="2000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08154A6F-0A0E-4794-70EA-D9B5B6EAF517}"/>
              </a:ext>
            </a:extLst>
          </p:cNvPr>
          <p:cNvSpPr txBox="1"/>
          <p:nvPr/>
        </p:nvSpPr>
        <p:spPr>
          <a:xfrm>
            <a:off x="2043296" y="1189042"/>
            <a:ext cx="12658852" cy="10233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pt-BR" sz="6000" dirty="0">
                <a:solidFill>
                  <a:srgbClr val="0E1113"/>
                </a:solidFill>
                <a:latin typeface="Poppins Bold"/>
                <a:ea typeface="Poppins Bold"/>
                <a:cs typeface="Poppins Bold"/>
                <a:sym typeface="Poppins Bold"/>
              </a:rPr>
              <a:t>Estruturas condicionais</a:t>
            </a:r>
            <a:endParaRPr lang="en-US" sz="6000" dirty="0">
              <a:solidFill>
                <a:srgbClr val="0E1113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7C1ACB15-2A5F-62B7-5EE2-989CFFBD7100}"/>
              </a:ext>
            </a:extLst>
          </p:cNvPr>
          <p:cNvSpPr txBox="1"/>
          <p:nvPr/>
        </p:nvSpPr>
        <p:spPr>
          <a:xfrm>
            <a:off x="2043295" y="962025"/>
            <a:ext cx="2757303" cy="341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 dirty="0">
                <a:solidFill>
                  <a:srgbClr val="D93831"/>
                </a:solidFill>
                <a:latin typeface="Poppins Bold"/>
                <a:ea typeface="Poppins Bold"/>
                <a:cs typeface="Poppins Bold"/>
                <a:sym typeface="Poppins Bold"/>
              </a:rPr>
              <a:t>JAVASCRIPT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E90CEB73-C145-F7E9-A071-F2D5AB044B88}"/>
              </a:ext>
            </a:extLst>
          </p:cNvPr>
          <p:cNvSpPr txBox="1"/>
          <p:nvPr/>
        </p:nvSpPr>
        <p:spPr>
          <a:xfrm>
            <a:off x="2043296" y="3582670"/>
            <a:ext cx="14443833" cy="19077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pt-BR" sz="2800" dirty="0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Estrutura utilizada para tomada de decisão:</a:t>
            </a:r>
          </a:p>
          <a:p>
            <a:pPr algn="l">
              <a:spcAft>
                <a:spcPts val="600"/>
              </a:spcAft>
            </a:pPr>
            <a:endParaRPr lang="pt-BR" sz="2800" dirty="0">
              <a:solidFill>
                <a:srgbClr val="000000"/>
              </a:solidFill>
              <a:latin typeface="Poppins"/>
              <a:ea typeface="Poppins"/>
              <a:cs typeface="Poppins"/>
            </a:endParaRPr>
          </a:p>
          <a:p>
            <a:pPr marL="457200" indent="-45720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2800" b="1" dirty="0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Operador ternário</a:t>
            </a:r>
          </a:p>
          <a:p>
            <a:pPr algn="l">
              <a:lnSpc>
                <a:spcPts val="2800"/>
              </a:lnSpc>
              <a:spcAft>
                <a:spcPts val="600"/>
              </a:spcAft>
            </a:pPr>
            <a:endParaRPr lang="en-US" sz="3200" dirty="0">
              <a:solidFill>
                <a:srgbClr val="000000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613C72E4-BAE2-9A95-2CE3-772DF07B763A}"/>
              </a:ext>
            </a:extLst>
          </p:cNvPr>
          <p:cNvSpPr/>
          <p:nvPr/>
        </p:nvSpPr>
        <p:spPr>
          <a:xfrm>
            <a:off x="14702148" y="624310"/>
            <a:ext cx="3018346" cy="768717"/>
          </a:xfrm>
          <a:custGeom>
            <a:avLst/>
            <a:gdLst/>
            <a:ahLst/>
            <a:cxnLst/>
            <a:rect l="l" t="t" r="r" b="b"/>
            <a:pathLst>
              <a:path w="3018346" h="768717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1268" name="Picture 4">
            <a:extLst>
              <a:ext uri="{FF2B5EF4-FFF2-40B4-BE49-F238E27FC236}">
                <a16:creationId xmlns:a16="http://schemas.microsoft.com/office/drawing/2014/main" id="{9DB9C442-1CAE-60AF-20E6-6F6EA47416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2574" y="5199379"/>
            <a:ext cx="11459177" cy="50000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34484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060AB-A29C-6A81-3FB8-F40D416F5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E98426D-8214-D9B4-A74B-417D14818D82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 dirty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2BA9CA8E-8CB7-E022-8FC4-57E065D62237}"/>
              </a:ext>
            </a:extLst>
          </p:cNvPr>
          <p:cNvSpPr/>
          <p:nvPr/>
        </p:nvSpPr>
        <p:spPr>
          <a:xfrm>
            <a:off x="0" y="0"/>
            <a:ext cx="18288000" cy="6217920"/>
          </a:xfrm>
          <a:custGeom>
            <a:avLst/>
            <a:gdLst/>
            <a:ahLst/>
            <a:cxnLst/>
            <a:rect l="l" t="t" r="r" b="b"/>
            <a:pathLst>
              <a:path w="18288000" h="621792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 dirty="0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767D553C-D9C6-E0E8-81E0-26BB92C7BEDD}"/>
              </a:ext>
            </a:extLst>
          </p:cNvPr>
          <p:cNvSpPr/>
          <p:nvPr/>
        </p:nvSpPr>
        <p:spPr>
          <a:xfrm flipV="1">
            <a:off x="1296998" y="16306"/>
            <a:ext cx="16565" cy="2135589"/>
          </a:xfrm>
          <a:prstGeom prst="line">
            <a:avLst/>
          </a:prstGeom>
          <a:ln w="38100" cap="flat">
            <a:solidFill>
              <a:srgbClr val="D938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CDCCFFCF-4FDE-C96F-2115-9C9E02ED4D9F}"/>
              </a:ext>
            </a:extLst>
          </p:cNvPr>
          <p:cNvGrpSpPr/>
          <p:nvPr/>
        </p:nvGrpSpPr>
        <p:grpSpPr>
          <a:xfrm>
            <a:off x="1396388" y="3131820"/>
            <a:ext cx="16211550" cy="7450677"/>
            <a:chOff x="0" y="0"/>
            <a:chExt cx="4269709" cy="1962318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68B9953B-D5DE-9CC9-5B2E-045BB405F1D6}"/>
                </a:ext>
              </a:extLst>
            </p:cNvPr>
            <p:cNvSpPr/>
            <p:nvPr/>
          </p:nvSpPr>
          <p:spPr>
            <a:xfrm>
              <a:off x="0" y="0"/>
              <a:ext cx="4269709" cy="1962318"/>
            </a:xfrm>
            <a:custGeom>
              <a:avLst/>
              <a:gdLst/>
              <a:ahLst/>
              <a:cxnLst/>
              <a:rect l="l" t="t" r="r" b="b"/>
              <a:pathLst>
                <a:path w="4269709" h="1962318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 dirty="0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EC3E2416-C75C-90D9-C50D-087FE8EBFB19}"/>
                </a:ext>
              </a:extLst>
            </p:cNvPr>
            <p:cNvSpPr txBox="1"/>
            <p:nvPr/>
          </p:nvSpPr>
          <p:spPr>
            <a:xfrm>
              <a:off x="0" y="-38100"/>
              <a:ext cx="4269709" cy="2000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E20A36AD-9CB2-24E1-846B-3461551AD222}"/>
              </a:ext>
            </a:extLst>
          </p:cNvPr>
          <p:cNvSpPr txBox="1"/>
          <p:nvPr/>
        </p:nvSpPr>
        <p:spPr>
          <a:xfrm>
            <a:off x="2043296" y="1189042"/>
            <a:ext cx="12658852" cy="10233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pt-BR" sz="6000" dirty="0">
                <a:solidFill>
                  <a:srgbClr val="0E1113"/>
                </a:solidFill>
                <a:latin typeface="Poppins Bold"/>
                <a:ea typeface="Poppins Bold"/>
                <a:cs typeface="Poppins Bold"/>
                <a:sym typeface="Poppins Bold"/>
              </a:rPr>
              <a:t>Estruturas condicionais</a:t>
            </a:r>
            <a:endParaRPr lang="en-US" sz="6000" dirty="0">
              <a:solidFill>
                <a:srgbClr val="0E1113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9B526866-55AC-C86B-37DD-CF4C055EFFB3}"/>
              </a:ext>
            </a:extLst>
          </p:cNvPr>
          <p:cNvSpPr txBox="1"/>
          <p:nvPr/>
        </p:nvSpPr>
        <p:spPr>
          <a:xfrm>
            <a:off x="2043295" y="962025"/>
            <a:ext cx="2757303" cy="341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 dirty="0">
                <a:solidFill>
                  <a:srgbClr val="D93831"/>
                </a:solidFill>
                <a:latin typeface="Poppins Bold"/>
                <a:ea typeface="Poppins Bold"/>
                <a:cs typeface="Poppins Bold"/>
                <a:sym typeface="Poppins Bold"/>
              </a:rPr>
              <a:t>JAVASCRIPT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E53ADFD3-2456-4E88-E397-CD5789B3DDA0}"/>
              </a:ext>
            </a:extLst>
          </p:cNvPr>
          <p:cNvSpPr txBox="1"/>
          <p:nvPr/>
        </p:nvSpPr>
        <p:spPr>
          <a:xfrm>
            <a:off x="2043296" y="3582670"/>
            <a:ext cx="14443833" cy="19077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pt-BR" sz="2800" dirty="0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Estrutura utilizada para tomada de decisão:</a:t>
            </a:r>
          </a:p>
          <a:p>
            <a:pPr algn="l">
              <a:spcAft>
                <a:spcPts val="600"/>
              </a:spcAft>
            </a:pPr>
            <a:endParaRPr lang="pt-BR" sz="2800" dirty="0">
              <a:solidFill>
                <a:srgbClr val="000000"/>
              </a:solidFill>
              <a:latin typeface="Poppins"/>
              <a:ea typeface="Poppins"/>
              <a:cs typeface="Poppins"/>
            </a:endParaRPr>
          </a:p>
          <a:p>
            <a:pPr marL="457200" indent="-45720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2800" b="1" dirty="0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Switch case</a:t>
            </a:r>
          </a:p>
          <a:p>
            <a:pPr algn="l">
              <a:lnSpc>
                <a:spcPts val="2800"/>
              </a:lnSpc>
              <a:spcAft>
                <a:spcPts val="600"/>
              </a:spcAft>
            </a:pPr>
            <a:endParaRPr lang="en-US" sz="3200" dirty="0">
              <a:solidFill>
                <a:srgbClr val="000000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F4F175A1-350D-ED05-AB62-B1A9E9A6BB50}"/>
              </a:ext>
            </a:extLst>
          </p:cNvPr>
          <p:cNvSpPr/>
          <p:nvPr/>
        </p:nvSpPr>
        <p:spPr>
          <a:xfrm>
            <a:off x="14702148" y="624310"/>
            <a:ext cx="3018346" cy="768717"/>
          </a:xfrm>
          <a:custGeom>
            <a:avLst/>
            <a:gdLst/>
            <a:ahLst/>
            <a:cxnLst/>
            <a:rect l="l" t="t" r="r" b="b"/>
            <a:pathLst>
              <a:path w="3018346" h="768717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FFA0A578-7A9C-58D3-5C79-1A66DAB90C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4830" y="4051279"/>
            <a:ext cx="6760764" cy="6623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42015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8674A7-E8E0-335A-B974-6DDDDF3DE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749557D-04B5-88A1-CC5C-2F67F096DC4A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 dirty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021E1E40-CB6B-85FF-13CB-971838BD5F33}"/>
              </a:ext>
            </a:extLst>
          </p:cNvPr>
          <p:cNvSpPr/>
          <p:nvPr/>
        </p:nvSpPr>
        <p:spPr>
          <a:xfrm>
            <a:off x="0" y="0"/>
            <a:ext cx="18288000" cy="6217920"/>
          </a:xfrm>
          <a:custGeom>
            <a:avLst/>
            <a:gdLst/>
            <a:ahLst/>
            <a:cxnLst/>
            <a:rect l="l" t="t" r="r" b="b"/>
            <a:pathLst>
              <a:path w="18288000" h="621792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 dirty="0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954E9B4B-5474-F0B5-8AF1-9141FDA526CA}"/>
              </a:ext>
            </a:extLst>
          </p:cNvPr>
          <p:cNvSpPr/>
          <p:nvPr/>
        </p:nvSpPr>
        <p:spPr>
          <a:xfrm flipV="1">
            <a:off x="1296998" y="16306"/>
            <a:ext cx="16565" cy="2135589"/>
          </a:xfrm>
          <a:prstGeom prst="line">
            <a:avLst/>
          </a:prstGeom>
          <a:ln w="38100" cap="flat">
            <a:solidFill>
              <a:srgbClr val="D938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03F7AD0B-D3FE-CA57-4B34-91D3C3B68384}"/>
              </a:ext>
            </a:extLst>
          </p:cNvPr>
          <p:cNvGrpSpPr/>
          <p:nvPr/>
        </p:nvGrpSpPr>
        <p:grpSpPr>
          <a:xfrm>
            <a:off x="1396388" y="3131820"/>
            <a:ext cx="16211550" cy="7450677"/>
            <a:chOff x="0" y="0"/>
            <a:chExt cx="4269709" cy="1962318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DDF9F5A3-C673-2949-6858-E56DFD97993B}"/>
                </a:ext>
              </a:extLst>
            </p:cNvPr>
            <p:cNvSpPr/>
            <p:nvPr/>
          </p:nvSpPr>
          <p:spPr>
            <a:xfrm>
              <a:off x="0" y="0"/>
              <a:ext cx="4269709" cy="1962318"/>
            </a:xfrm>
            <a:custGeom>
              <a:avLst/>
              <a:gdLst/>
              <a:ahLst/>
              <a:cxnLst/>
              <a:rect l="l" t="t" r="r" b="b"/>
              <a:pathLst>
                <a:path w="4269709" h="1962318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 dirty="0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64774196-A935-F6F2-09E5-C11508E5E8AA}"/>
                </a:ext>
              </a:extLst>
            </p:cNvPr>
            <p:cNvSpPr txBox="1"/>
            <p:nvPr/>
          </p:nvSpPr>
          <p:spPr>
            <a:xfrm>
              <a:off x="0" y="-38100"/>
              <a:ext cx="4269709" cy="2000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22947FC8-63D0-45B8-58BA-0D46F5DDA998}"/>
              </a:ext>
            </a:extLst>
          </p:cNvPr>
          <p:cNvSpPr txBox="1"/>
          <p:nvPr/>
        </p:nvSpPr>
        <p:spPr>
          <a:xfrm>
            <a:off x="2043296" y="1189042"/>
            <a:ext cx="12658852" cy="10233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pt-BR" sz="6000" dirty="0">
                <a:solidFill>
                  <a:srgbClr val="0E1113"/>
                </a:solidFill>
                <a:latin typeface="Poppins Bold"/>
                <a:ea typeface="Poppins Bold"/>
                <a:cs typeface="Poppins Bold"/>
                <a:sym typeface="Poppins Bold"/>
              </a:rPr>
              <a:t>Laços de repetição</a:t>
            </a:r>
            <a:endParaRPr lang="en-US" sz="6000" dirty="0">
              <a:solidFill>
                <a:srgbClr val="0E1113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F0B57A4F-A747-69C6-039F-6550B2299C0C}"/>
              </a:ext>
            </a:extLst>
          </p:cNvPr>
          <p:cNvSpPr txBox="1"/>
          <p:nvPr/>
        </p:nvSpPr>
        <p:spPr>
          <a:xfrm>
            <a:off x="2043295" y="962025"/>
            <a:ext cx="2757303" cy="341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 dirty="0">
                <a:solidFill>
                  <a:srgbClr val="D93831"/>
                </a:solidFill>
                <a:latin typeface="Poppins Bold"/>
                <a:ea typeface="Poppins Bold"/>
                <a:cs typeface="Poppins Bold"/>
                <a:sym typeface="Poppins Bold"/>
              </a:rPr>
              <a:t>JAVASCRIPT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3FE23843-E77D-2306-5E0D-D8EAA55FD060}"/>
              </a:ext>
            </a:extLst>
          </p:cNvPr>
          <p:cNvSpPr txBox="1"/>
          <p:nvPr/>
        </p:nvSpPr>
        <p:spPr>
          <a:xfrm>
            <a:off x="2043296" y="3582670"/>
            <a:ext cx="14443833" cy="19077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pt-BR" sz="2800" dirty="0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Estrutura utilizada para executar blocos de código múltiplas vezes:</a:t>
            </a:r>
          </a:p>
          <a:p>
            <a:pPr algn="l">
              <a:spcAft>
                <a:spcPts val="600"/>
              </a:spcAft>
            </a:pPr>
            <a:endParaRPr lang="pt-BR" sz="2800" dirty="0">
              <a:solidFill>
                <a:srgbClr val="000000"/>
              </a:solidFill>
              <a:latin typeface="Poppins"/>
              <a:ea typeface="Poppins"/>
              <a:cs typeface="Poppins"/>
            </a:endParaRPr>
          </a:p>
          <a:p>
            <a:pPr marL="457200" indent="-45720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2800" b="1" dirty="0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for</a:t>
            </a:r>
          </a:p>
          <a:p>
            <a:pPr algn="l">
              <a:lnSpc>
                <a:spcPts val="2800"/>
              </a:lnSpc>
              <a:spcAft>
                <a:spcPts val="600"/>
              </a:spcAft>
            </a:pPr>
            <a:endParaRPr lang="en-US" sz="3200" dirty="0">
              <a:solidFill>
                <a:srgbClr val="000000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9A984BBD-27ED-F2D9-9807-3D66D7D85CF9}"/>
              </a:ext>
            </a:extLst>
          </p:cNvPr>
          <p:cNvSpPr/>
          <p:nvPr/>
        </p:nvSpPr>
        <p:spPr>
          <a:xfrm>
            <a:off x="14702148" y="624310"/>
            <a:ext cx="3018346" cy="768717"/>
          </a:xfrm>
          <a:custGeom>
            <a:avLst/>
            <a:gdLst/>
            <a:ahLst/>
            <a:cxnLst/>
            <a:rect l="l" t="t" r="r" b="b"/>
            <a:pathLst>
              <a:path w="3018346" h="768717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FD928E84-721F-B53D-9D86-5C19BCBB0AE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38" r="22927" b="27252"/>
          <a:stretch>
            <a:fillRect/>
          </a:stretch>
        </p:blipFill>
        <p:spPr bwMode="auto">
          <a:xfrm>
            <a:off x="4058167" y="5752027"/>
            <a:ext cx="10171665" cy="3572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81875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C1D74-841F-EF94-868E-F50C05808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B30948C-BD8B-6A79-1760-43D14E11B8FA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 dirty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EBF17C16-3996-9F5E-E9D4-C932BB8AA6CA}"/>
              </a:ext>
            </a:extLst>
          </p:cNvPr>
          <p:cNvSpPr/>
          <p:nvPr/>
        </p:nvSpPr>
        <p:spPr>
          <a:xfrm>
            <a:off x="0" y="0"/>
            <a:ext cx="18288000" cy="6217920"/>
          </a:xfrm>
          <a:custGeom>
            <a:avLst/>
            <a:gdLst/>
            <a:ahLst/>
            <a:cxnLst/>
            <a:rect l="l" t="t" r="r" b="b"/>
            <a:pathLst>
              <a:path w="18288000" h="621792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 dirty="0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777CAC73-7E5C-34F3-13A4-DD937BAD71B8}"/>
              </a:ext>
            </a:extLst>
          </p:cNvPr>
          <p:cNvSpPr/>
          <p:nvPr/>
        </p:nvSpPr>
        <p:spPr>
          <a:xfrm flipV="1">
            <a:off x="1296998" y="16306"/>
            <a:ext cx="16565" cy="2135589"/>
          </a:xfrm>
          <a:prstGeom prst="line">
            <a:avLst/>
          </a:prstGeom>
          <a:ln w="38100" cap="flat">
            <a:solidFill>
              <a:srgbClr val="D938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D03B4792-534C-95F1-9BC0-88D82EFCBE9F}"/>
              </a:ext>
            </a:extLst>
          </p:cNvPr>
          <p:cNvGrpSpPr/>
          <p:nvPr/>
        </p:nvGrpSpPr>
        <p:grpSpPr>
          <a:xfrm>
            <a:off x="1396388" y="3131820"/>
            <a:ext cx="16211550" cy="7450677"/>
            <a:chOff x="0" y="0"/>
            <a:chExt cx="4269709" cy="1962318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951E672-916A-CCB5-64B7-1A809A82BC94}"/>
                </a:ext>
              </a:extLst>
            </p:cNvPr>
            <p:cNvSpPr/>
            <p:nvPr/>
          </p:nvSpPr>
          <p:spPr>
            <a:xfrm>
              <a:off x="0" y="0"/>
              <a:ext cx="4269709" cy="1962318"/>
            </a:xfrm>
            <a:custGeom>
              <a:avLst/>
              <a:gdLst/>
              <a:ahLst/>
              <a:cxnLst/>
              <a:rect l="l" t="t" r="r" b="b"/>
              <a:pathLst>
                <a:path w="4269709" h="1962318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 dirty="0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BFFA4F22-707E-09A9-E531-C9533C54EF94}"/>
                </a:ext>
              </a:extLst>
            </p:cNvPr>
            <p:cNvSpPr txBox="1"/>
            <p:nvPr/>
          </p:nvSpPr>
          <p:spPr>
            <a:xfrm>
              <a:off x="0" y="-38100"/>
              <a:ext cx="4269709" cy="2000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5D755143-D430-217B-98EE-F4A85DB66565}"/>
              </a:ext>
            </a:extLst>
          </p:cNvPr>
          <p:cNvSpPr txBox="1"/>
          <p:nvPr/>
        </p:nvSpPr>
        <p:spPr>
          <a:xfrm>
            <a:off x="2043296" y="1189042"/>
            <a:ext cx="12658852" cy="10233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pt-BR" sz="6000" dirty="0">
                <a:solidFill>
                  <a:srgbClr val="0E1113"/>
                </a:solidFill>
                <a:latin typeface="Poppins Bold"/>
                <a:ea typeface="Poppins Bold"/>
                <a:cs typeface="Poppins Bold"/>
                <a:sym typeface="Poppins Bold"/>
              </a:rPr>
              <a:t>Laços de repetição</a:t>
            </a:r>
            <a:endParaRPr lang="en-US" sz="6000" dirty="0">
              <a:solidFill>
                <a:srgbClr val="0E1113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EB7C843-70DE-1B72-4246-6D7E4BBEEB10}"/>
              </a:ext>
            </a:extLst>
          </p:cNvPr>
          <p:cNvSpPr txBox="1"/>
          <p:nvPr/>
        </p:nvSpPr>
        <p:spPr>
          <a:xfrm>
            <a:off x="2043295" y="962025"/>
            <a:ext cx="2757303" cy="341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 dirty="0">
                <a:solidFill>
                  <a:srgbClr val="D93831"/>
                </a:solidFill>
                <a:latin typeface="Poppins Bold"/>
                <a:ea typeface="Poppins Bold"/>
                <a:cs typeface="Poppins Bold"/>
                <a:sym typeface="Poppins Bold"/>
              </a:rPr>
              <a:t>JAVASCRIPT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4D34FD44-7430-139F-557B-D20D8DDB588E}"/>
              </a:ext>
            </a:extLst>
          </p:cNvPr>
          <p:cNvSpPr txBox="1"/>
          <p:nvPr/>
        </p:nvSpPr>
        <p:spPr>
          <a:xfrm>
            <a:off x="2043296" y="3582670"/>
            <a:ext cx="14443833" cy="19077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pt-BR" sz="2800" dirty="0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Estrutura utilizada para executar blocos de código múltiplas vezes:</a:t>
            </a:r>
          </a:p>
          <a:p>
            <a:pPr algn="l">
              <a:spcAft>
                <a:spcPts val="600"/>
              </a:spcAft>
            </a:pPr>
            <a:endParaRPr lang="pt-BR" sz="2800" dirty="0">
              <a:solidFill>
                <a:srgbClr val="000000"/>
              </a:solidFill>
              <a:latin typeface="Poppins"/>
              <a:ea typeface="Poppins"/>
              <a:cs typeface="Poppins"/>
            </a:endParaRPr>
          </a:p>
          <a:p>
            <a:pPr marL="457200" indent="-45720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2800" b="1" dirty="0" err="1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forEach</a:t>
            </a:r>
            <a:endParaRPr lang="pt-BR" sz="2800" b="1" dirty="0">
              <a:solidFill>
                <a:srgbClr val="000000"/>
              </a:solidFill>
              <a:latin typeface="Poppins"/>
              <a:ea typeface="Poppins"/>
              <a:cs typeface="Poppins"/>
            </a:endParaRPr>
          </a:p>
          <a:p>
            <a:pPr algn="l">
              <a:lnSpc>
                <a:spcPts val="2800"/>
              </a:lnSpc>
              <a:spcAft>
                <a:spcPts val="600"/>
              </a:spcAft>
            </a:pPr>
            <a:endParaRPr lang="en-US" sz="3200" dirty="0">
              <a:solidFill>
                <a:srgbClr val="000000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F0E778D6-0C0E-D15C-DA7E-EB29465E3DFE}"/>
              </a:ext>
            </a:extLst>
          </p:cNvPr>
          <p:cNvSpPr/>
          <p:nvPr/>
        </p:nvSpPr>
        <p:spPr>
          <a:xfrm>
            <a:off x="14702148" y="624310"/>
            <a:ext cx="3018346" cy="768717"/>
          </a:xfrm>
          <a:custGeom>
            <a:avLst/>
            <a:gdLst/>
            <a:ahLst/>
            <a:cxnLst/>
            <a:rect l="l" t="t" r="r" b="b"/>
            <a:pathLst>
              <a:path w="3018346" h="768717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AD44CB06-5D00-DE74-3325-BF5F9D6268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9075" y="5642933"/>
            <a:ext cx="10212273" cy="4338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72315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879AFA-4400-E7E3-84E1-AFEE794A4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B173ADC-ED8C-36B4-9B86-B3F2D766D1A1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 dirty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E4214734-6689-3DBD-385E-E95D8DF8D33B}"/>
              </a:ext>
            </a:extLst>
          </p:cNvPr>
          <p:cNvSpPr/>
          <p:nvPr/>
        </p:nvSpPr>
        <p:spPr>
          <a:xfrm>
            <a:off x="0" y="0"/>
            <a:ext cx="18288000" cy="6217920"/>
          </a:xfrm>
          <a:custGeom>
            <a:avLst/>
            <a:gdLst/>
            <a:ahLst/>
            <a:cxnLst/>
            <a:rect l="l" t="t" r="r" b="b"/>
            <a:pathLst>
              <a:path w="18288000" h="621792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 dirty="0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733D7DD2-9A5B-A7DD-594F-1A9B9E576700}"/>
              </a:ext>
            </a:extLst>
          </p:cNvPr>
          <p:cNvSpPr/>
          <p:nvPr/>
        </p:nvSpPr>
        <p:spPr>
          <a:xfrm flipV="1">
            <a:off x="1296998" y="16306"/>
            <a:ext cx="16565" cy="2135589"/>
          </a:xfrm>
          <a:prstGeom prst="line">
            <a:avLst/>
          </a:prstGeom>
          <a:ln w="38100" cap="flat">
            <a:solidFill>
              <a:srgbClr val="D938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65B66245-18D9-3D39-C5CA-0F96D73884CA}"/>
              </a:ext>
            </a:extLst>
          </p:cNvPr>
          <p:cNvGrpSpPr/>
          <p:nvPr/>
        </p:nvGrpSpPr>
        <p:grpSpPr>
          <a:xfrm>
            <a:off x="1396388" y="3131820"/>
            <a:ext cx="16211550" cy="7450677"/>
            <a:chOff x="0" y="0"/>
            <a:chExt cx="4269709" cy="1962318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0A8B220-72DB-DA18-D98B-7163F3E32678}"/>
                </a:ext>
              </a:extLst>
            </p:cNvPr>
            <p:cNvSpPr/>
            <p:nvPr/>
          </p:nvSpPr>
          <p:spPr>
            <a:xfrm>
              <a:off x="0" y="0"/>
              <a:ext cx="4269709" cy="1962318"/>
            </a:xfrm>
            <a:custGeom>
              <a:avLst/>
              <a:gdLst/>
              <a:ahLst/>
              <a:cxnLst/>
              <a:rect l="l" t="t" r="r" b="b"/>
              <a:pathLst>
                <a:path w="4269709" h="1962318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 dirty="0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C3A7AD4-A12D-C040-604A-C72ECC4D3962}"/>
                </a:ext>
              </a:extLst>
            </p:cNvPr>
            <p:cNvSpPr txBox="1"/>
            <p:nvPr/>
          </p:nvSpPr>
          <p:spPr>
            <a:xfrm>
              <a:off x="0" y="-38100"/>
              <a:ext cx="4269709" cy="2000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F9DB551B-34F7-C9B6-649C-DCB364A4CDBD}"/>
              </a:ext>
            </a:extLst>
          </p:cNvPr>
          <p:cNvSpPr txBox="1"/>
          <p:nvPr/>
        </p:nvSpPr>
        <p:spPr>
          <a:xfrm>
            <a:off x="2043296" y="1189042"/>
            <a:ext cx="12658852" cy="10233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pt-BR" sz="6000" dirty="0">
                <a:solidFill>
                  <a:srgbClr val="0E1113"/>
                </a:solidFill>
                <a:latin typeface="Poppins Bold"/>
                <a:ea typeface="Poppins Bold"/>
                <a:cs typeface="Poppins Bold"/>
                <a:sym typeface="Poppins Bold"/>
              </a:rPr>
              <a:t>Laços de repetição</a:t>
            </a:r>
            <a:endParaRPr lang="en-US" sz="6000" dirty="0">
              <a:solidFill>
                <a:srgbClr val="0E1113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442D1B11-D68B-E571-4CC7-14B38085301C}"/>
              </a:ext>
            </a:extLst>
          </p:cNvPr>
          <p:cNvSpPr txBox="1"/>
          <p:nvPr/>
        </p:nvSpPr>
        <p:spPr>
          <a:xfrm>
            <a:off x="2043295" y="962025"/>
            <a:ext cx="2757303" cy="341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 dirty="0">
                <a:solidFill>
                  <a:srgbClr val="D93831"/>
                </a:solidFill>
                <a:latin typeface="Poppins Bold"/>
                <a:ea typeface="Poppins Bold"/>
                <a:cs typeface="Poppins Bold"/>
                <a:sym typeface="Poppins Bold"/>
              </a:rPr>
              <a:t>JAVASCRIPT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9A9A8847-2501-AE06-31A7-2251E8B3CD7F}"/>
              </a:ext>
            </a:extLst>
          </p:cNvPr>
          <p:cNvSpPr txBox="1"/>
          <p:nvPr/>
        </p:nvSpPr>
        <p:spPr>
          <a:xfrm>
            <a:off x="2043296" y="3582670"/>
            <a:ext cx="14443833" cy="19077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pt-BR" sz="2800" dirty="0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Estrutura utilizada para executar blocos de código múltiplas vezes:</a:t>
            </a:r>
          </a:p>
          <a:p>
            <a:pPr algn="l">
              <a:spcAft>
                <a:spcPts val="600"/>
              </a:spcAft>
            </a:pPr>
            <a:endParaRPr lang="pt-BR" sz="2800" dirty="0">
              <a:solidFill>
                <a:srgbClr val="000000"/>
              </a:solidFill>
              <a:latin typeface="Poppins"/>
              <a:ea typeface="Poppins"/>
              <a:cs typeface="Poppins"/>
            </a:endParaRPr>
          </a:p>
          <a:p>
            <a:pPr marL="457200" indent="-45720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2800" b="1" dirty="0" err="1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while</a:t>
            </a:r>
            <a:endParaRPr lang="pt-BR" sz="2800" b="1" dirty="0">
              <a:solidFill>
                <a:srgbClr val="000000"/>
              </a:solidFill>
              <a:latin typeface="Poppins"/>
              <a:ea typeface="Poppins"/>
              <a:cs typeface="Poppins"/>
            </a:endParaRPr>
          </a:p>
          <a:p>
            <a:pPr algn="l">
              <a:lnSpc>
                <a:spcPts val="2800"/>
              </a:lnSpc>
              <a:spcAft>
                <a:spcPts val="600"/>
              </a:spcAft>
            </a:pPr>
            <a:endParaRPr lang="en-US" sz="3200" dirty="0">
              <a:solidFill>
                <a:srgbClr val="000000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F4E34F9C-A2BB-61EA-E16F-D9EBA4004CEC}"/>
              </a:ext>
            </a:extLst>
          </p:cNvPr>
          <p:cNvSpPr/>
          <p:nvPr/>
        </p:nvSpPr>
        <p:spPr>
          <a:xfrm>
            <a:off x="14702148" y="624310"/>
            <a:ext cx="3018346" cy="768717"/>
          </a:xfrm>
          <a:custGeom>
            <a:avLst/>
            <a:gdLst/>
            <a:ahLst/>
            <a:cxnLst/>
            <a:rect l="l" t="t" r="r" b="b"/>
            <a:pathLst>
              <a:path w="3018346" h="768717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38BAF51A-BEC2-1B23-CE7F-3A32344EC48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375" r="25720" b="25194"/>
          <a:stretch>
            <a:fillRect/>
          </a:stretch>
        </p:blipFill>
        <p:spPr bwMode="auto">
          <a:xfrm>
            <a:off x="4992084" y="5199558"/>
            <a:ext cx="8546255" cy="40263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97808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119D4E-40EE-605B-F1F6-BD8758E4B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F4B7534-AC04-EEC3-9695-1237E39EA8C1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 dirty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2D87E3D4-F52C-22EE-A01C-8CF07F8CB95D}"/>
              </a:ext>
            </a:extLst>
          </p:cNvPr>
          <p:cNvSpPr/>
          <p:nvPr/>
        </p:nvSpPr>
        <p:spPr>
          <a:xfrm>
            <a:off x="0" y="0"/>
            <a:ext cx="18288000" cy="6217920"/>
          </a:xfrm>
          <a:custGeom>
            <a:avLst/>
            <a:gdLst/>
            <a:ahLst/>
            <a:cxnLst/>
            <a:rect l="l" t="t" r="r" b="b"/>
            <a:pathLst>
              <a:path w="18288000" h="621792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 dirty="0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2F6DA8B2-B2FD-F685-EDA5-C2C143689B0D}"/>
              </a:ext>
            </a:extLst>
          </p:cNvPr>
          <p:cNvSpPr/>
          <p:nvPr/>
        </p:nvSpPr>
        <p:spPr>
          <a:xfrm flipV="1">
            <a:off x="1296998" y="16306"/>
            <a:ext cx="16565" cy="2135589"/>
          </a:xfrm>
          <a:prstGeom prst="line">
            <a:avLst/>
          </a:prstGeom>
          <a:ln w="38100" cap="flat">
            <a:solidFill>
              <a:srgbClr val="D938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86682AC3-F905-E62D-2866-55CD733C01E4}"/>
              </a:ext>
            </a:extLst>
          </p:cNvPr>
          <p:cNvGrpSpPr/>
          <p:nvPr/>
        </p:nvGrpSpPr>
        <p:grpSpPr>
          <a:xfrm>
            <a:off x="1396388" y="3131820"/>
            <a:ext cx="16211550" cy="7450677"/>
            <a:chOff x="0" y="0"/>
            <a:chExt cx="4269709" cy="1962318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D7F6FD98-3C7A-D601-6AAA-2C93D364901E}"/>
                </a:ext>
              </a:extLst>
            </p:cNvPr>
            <p:cNvSpPr/>
            <p:nvPr/>
          </p:nvSpPr>
          <p:spPr>
            <a:xfrm>
              <a:off x="0" y="0"/>
              <a:ext cx="4269709" cy="1962318"/>
            </a:xfrm>
            <a:custGeom>
              <a:avLst/>
              <a:gdLst/>
              <a:ahLst/>
              <a:cxnLst/>
              <a:rect l="l" t="t" r="r" b="b"/>
              <a:pathLst>
                <a:path w="4269709" h="1962318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 dirty="0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FEEDC29B-4C78-0EA9-C3A5-5E00093E56B7}"/>
                </a:ext>
              </a:extLst>
            </p:cNvPr>
            <p:cNvSpPr txBox="1"/>
            <p:nvPr/>
          </p:nvSpPr>
          <p:spPr>
            <a:xfrm>
              <a:off x="0" y="-38100"/>
              <a:ext cx="4269709" cy="2000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1E02C313-AB66-D1A7-7B3C-6E82D1B6EE9C}"/>
              </a:ext>
            </a:extLst>
          </p:cNvPr>
          <p:cNvSpPr txBox="1"/>
          <p:nvPr/>
        </p:nvSpPr>
        <p:spPr>
          <a:xfrm>
            <a:off x="2043296" y="1189042"/>
            <a:ext cx="12658852" cy="10233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pt-BR" sz="6000" dirty="0">
                <a:solidFill>
                  <a:srgbClr val="0E1113"/>
                </a:solidFill>
                <a:latin typeface="Poppins Bold"/>
                <a:ea typeface="Poppins Bold"/>
                <a:cs typeface="Poppins Bold"/>
                <a:sym typeface="Poppins Bold"/>
              </a:rPr>
              <a:t>Laços de repetição</a:t>
            </a:r>
            <a:endParaRPr lang="en-US" sz="6000" dirty="0">
              <a:solidFill>
                <a:srgbClr val="0E1113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0244240-56A0-7B18-95C7-4E0357E92031}"/>
              </a:ext>
            </a:extLst>
          </p:cNvPr>
          <p:cNvSpPr txBox="1"/>
          <p:nvPr/>
        </p:nvSpPr>
        <p:spPr>
          <a:xfrm>
            <a:off x="2043295" y="962025"/>
            <a:ext cx="2757303" cy="341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 dirty="0">
                <a:solidFill>
                  <a:srgbClr val="D93831"/>
                </a:solidFill>
                <a:latin typeface="Poppins Bold"/>
                <a:ea typeface="Poppins Bold"/>
                <a:cs typeface="Poppins Bold"/>
                <a:sym typeface="Poppins Bold"/>
              </a:rPr>
              <a:t>JAVASCRIPT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8FBF4DE7-1A73-0F8D-188B-0FE54434067C}"/>
              </a:ext>
            </a:extLst>
          </p:cNvPr>
          <p:cNvSpPr txBox="1"/>
          <p:nvPr/>
        </p:nvSpPr>
        <p:spPr>
          <a:xfrm>
            <a:off x="2043296" y="3582670"/>
            <a:ext cx="14443833" cy="19077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pt-BR" sz="2800" dirty="0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Estrutura utilizada para executar blocos de código múltiplas vezes:</a:t>
            </a:r>
          </a:p>
          <a:p>
            <a:pPr algn="l">
              <a:spcAft>
                <a:spcPts val="600"/>
              </a:spcAft>
            </a:pPr>
            <a:endParaRPr lang="pt-BR" sz="2800" dirty="0">
              <a:solidFill>
                <a:srgbClr val="000000"/>
              </a:solidFill>
              <a:latin typeface="Poppins"/>
              <a:ea typeface="Poppins"/>
              <a:cs typeface="Poppins"/>
            </a:endParaRPr>
          </a:p>
          <a:p>
            <a:pPr marL="457200" indent="-45720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2800" b="1" dirty="0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Do </a:t>
            </a:r>
            <a:r>
              <a:rPr lang="pt-BR" sz="2800" b="1" dirty="0" err="1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while</a:t>
            </a:r>
            <a:endParaRPr lang="pt-BR" sz="2800" b="1" dirty="0">
              <a:solidFill>
                <a:srgbClr val="000000"/>
              </a:solidFill>
              <a:latin typeface="Poppins"/>
              <a:ea typeface="Poppins"/>
              <a:cs typeface="Poppins"/>
            </a:endParaRPr>
          </a:p>
          <a:p>
            <a:pPr algn="l">
              <a:lnSpc>
                <a:spcPts val="2800"/>
              </a:lnSpc>
              <a:spcAft>
                <a:spcPts val="600"/>
              </a:spcAft>
            </a:pPr>
            <a:endParaRPr lang="en-US" sz="3200" dirty="0">
              <a:solidFill>
                <a:srgbClr val="000000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1141894D-E4C4-85C1-40F2-2CB8717DC045}"/>
              </a:ext>
            </a:extLst>
          </p:cNvPr>
          <p:cNvSpPr/>
          <p:nvPr/>
        </p:nvSpPr>
        <p:spPr>
          <a:xfrm>
            <a:off x="14702148" y="624310"/>
            <a:ext cx="3018346" cy="768717"/>
          </a:xfrm>
          <a:custGeom>
            <a:avLst/>
            <a:gdLst/>
            <a:ahLst/>
            <a:cxnLst/>
            <a:rect l="l" t="t" r="r" b="b"/>
            <a:pathLst>
              <a:path w="3018346" h="768717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D524502E-CC07-584F-999B-666C952970A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105" r="21717" b="20832"/>
          <a:stretch>
            <a:fillRect/>
          </a:stretch>
        </p:blipFill>
        <p:spPr bwMode="auto">
          <a:xfrm>
            <a:off x="4223970" y="5490372"/>
            <a:ext cx="8297504" cy="3676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84194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1B3DB8-8C82-FBE9-1C65-70AC1F51B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23E20F2-7A33-47DD-0721-22AC45860AFE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 dirty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6299AB98-A7E1-D5EE-EC39-C810407AD201}"/>
              </a:ext>
            </a:extLst>
          </p:cNvPr>
          <p:cNvSpPr/>
          <p:nvPr/>
        </p:nvSpPr>
        <p:spPr>
          <a:xfrm>
            <a:off x="0" y="0"/>
            <a:ext cx="18288000" cy="6217920"/>
          </a:xfrm>
          <a:custGeom>
            <a:avLst/>
            <a:gdLst/>
            <a:ahLst/>
            <a:cxnLst/>
            <a:rect l="l" t="t" r="r" b="b"/>
            <a:pathLst>
              <a:path w="18288000" h="621792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 dirty="0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3EB3CAB5-E267-E2C5-93DA-7E87A1CBC862}"/>
              </a:ext>
            </a:extLst>
          </p:cNvPr>
          <p:cNvSpPr/>
          <p:nvPr/>
        </p:nvSpPr>
        <p:spPr>
          <a:xfrm flipV="1">
            <a:off x="1296998" y="16306"/>
            <a:ext cx="16565" cy="2135589"/>
          </a:xfrm>
          <a:prstGeom prst="line">
            <a:avLst/>
          </a:prstGeom>
          <a:ln w="38100" cap="flat">
            <a:solidFill>
              <a:srgbClr val="D938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6D2951D5-6A09-7FAE-D504-8A634299850A}"/>
              </a:ext>
            </a:extLst>
          </p:cNvPr>
          <p:cNvGrpSpPr/>
          <p:nvPr/>
        </p:nvGrpSpPr>
        <p:grpSpPr>
          <a:xfrm>
            <a:off x="1396388" y="3131820"/>
            <a:ext cx="16211550" cy="7450677"/>
            <a:chOff x="0" y="0"/>
            <a:chExt cx="4269709" cy="1962318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93427E11-E759-DF63-8D55-8FCC984771AE}"/>
                </a:ext>
              </a:extLst>
            </p:cNvPr>
            <p:cNvSpPr/>
            <p:nvPr/>
          </p:nvSpPr>
          <p:spPr>
            <a:xfrm>
              <a:off x="0" y="0"/>
              <a:ext cx="4269709" cy="1962318"/>
            </a:xfrm>
            <a:custGeom>
              <a:avLst/>
              <a:gdLst/>
              <a:ahLst/>
              <a:cxnLst/>
              <a:rect l="l" t="t" r="r" b="b"/>
              <a:pathLst>
                <a:path w="4269709" h="1962318">
                  <a:moveTo>
                    <a:pt x="9551" y="0"/>
                  </a:moveTo>
                  <a:lnTo>
                    <a:pt x="4260158" y="0"/>
                  </a:lnTo>
                  <a:cubicBezTo>
                    <a:pt x="4262691" y="0"/>
                    <a:pt x="4265120" y="1006"/>
                    <a:pt x="4266911" y="2797"/>
                  </a:cubicBezTo>
                  <a:cubicBezTo>
                    <a:pt x="4268703" y="4589"/>
                    <a:pt x="4269709" y="7018"/>
                    <a:pt x="4269709" y="9551"/>
                  </a:cubicBezTo>
                  <a:lnTo>
                    <a:pt x="4269709" y="1952767"/>
                  </a:lnTo>
                  <a:cubicBezTo>
                    <a:pt x="4269709" y="1955300"/>
                    <a:pt x="4268703" y="1957730"/>
                    <a:pt x="4266911" y="1959521"/>
                  </a:cubicBezTo>
                  <a:cubicBezTo>
                    <a:pt x="4265120" y="1961312"/>
                    <a:pt x="4262691" y="1962318"/>
                    <a:pt x="4260158" y="1962318"/>
                  </a:cubicBezTo>
                  <a:lnTo>
                    <a:pt x="9551" y="1962318"/>
                  </a:lnTo>
                  <a:cubicBezTo>
                    <a:pt x="7018" y="1962318"/>
                    <a:pt x="4589" y="1961312"/>
                    <a:pt x="2797" y="1959521"/>
                  </a:cubicBezTo>
                  <a:cubicBezTo>
                    <a:pt x="1006" y="1957730"/>
                    <a:pt x="0" y="1955300"/>
                    <a:pt x="0" y="1952767"/>
                  </a:cubicBezTo>
                  <a:lnTo>
                    <a:pt x="0" y="9551"/>
                  </a:lnTo>
                  <a:cubicBezTo>
                    <a:pt x="0" y="7018"/>
                    <a:pt x="1006" y="4589"/>
                    <a:pt x="2797" y="2797"/>
                  </a:cubicBezTo>
                  <a:cubicBezTo>
                    <a:pt x="4589" y="1006"/>
                    <a:pt x="7018" y="0"/>
                    <a:pt x="9551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 dirty="0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1DFBFB9-1A33-96EA-CDAC-B66808B07185}"/>
                </a:ext>
              </a:extLst>
            </p:cNvPr>
            <p:cNvSpPr txBox="1"/>
            <p:nvPr/>
          </p:nvSpPr>
          <p:spPr>
            <a:xfrm>
              <a:off x="0" y="-38100"/>
              <a:ext cx="4269709" cy="2000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AA40E767-C255-D2AC-A163-CC58B2BFF058}"/>
              </a:ext>
            </a:extLst>
          </p:cNvPr>
          <p:cNvSpPr txBox="1"/>
          <p:nvPr/>
        </p:nvSpPr>
        <p:spPr>
          <a:xfrm>
            <a:off x="2043296" y="1189042"/>
            <a:ext cx="12658852" cy="10233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pt-BR" sz="6000" dirty="0">
                <a:solidFill>
                  <a:srgbClr val="0E1113"/>
                </a:solidFill>
                <a:latin typeface="Poppins Bold"/>
                <a:ea typeface="Poppins Bold"/>
                <a:cs typeface="Poppins Bold"/>
                <a:sym typeface="Poppins Bold"/>
              </a:rPr>
              <a:t>Listas (</a:t>
            </a:r>
            <a:r>
              <a:rPr lang="pt-BR" sz="6000" dirty="0" err="1">
                <a:solidFill>
                  <a:srgbClr val="0E1113"/>
                </a:solidFill>
                <a:latin typeface="Poppins Bold"/>
                <a:ea typeface="Poppins Bold"/>
                <a:cs typeface="Poppins Bold"/>
                <a:sym typeface="Poppins Bold"/>
              </a:rPr>
              <a:t>Arrays</a:t>
            </a:r>
            <a:r>
              <a:rPr lang="pt-BR" sz="6000" dirty="0">
                <a:solidFill>
                  <a:srgbClr val="0E1113"/>
                </a:solidFill>
                <a:latin typeface="Poppins Bold"/>
                <a:ea typeface="Poppins Bold"/>
                <a:cs typeface="Poppins Bold"/>
                <a:sym typeface="Poppins Bold"/>
              </a:rPr>
              <a:t>)</a:t>
            </a:r>
            <a:endParaRPr lang="en-US" sz="6000" dirty="0">
              <a:solidFill>
                <a:srgbClr val="0E1113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BD133AD0-9F73-2A0A-C4A4-B5565C756C39}"/>
              </a:ext>
            </a:extLst>
          </p:cNvPr>
          <p:cNvSpPr txBox="1"/>
          <p:nvPr/>
        </p:nvSpPr>
        <p:spPr>
          <a:xfrm>
            <a:off x="2043295" y="962025"/>
            <a:ext cx="2757303" cy="341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 dirty="0">
                <a:solidFill>
                  <a:srgbClr val="D93831"/>
                </a:solidFill>
                <a:latin typeface="Poppins Bold"/>
                <a:ea typeface="Poppins Bold"/>
                <a:cs typeface="Poppins Bold"/>
                <a:sym typeface="Poppins Bold"/>
              </a:rPr>
              <a:t>JAVASCRIPT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2754528C-6F97-FB56-7958-DB1528591BE0}"/>
              </a:ext>
            </a:extLst>
          </p:cNvPr>
          <p:cNvSpPr txBox="1"/>
          <p:nvPr/>
        </p:nvSpPr>
        <p:spPr>
          <a:xfrm>
            <a:off x="2043296" y="3582670"/>
            <a:ext cx="14443833" cy="19077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pt-BR" sz="2800" dirty="0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As listas possuem diversos tipos de funções onde, onde podemos manipula-las:</a:t>
            </a:r>
          </a:p>
          <a:p>
            <a:pPr algn="l">
              <a:spcAft>
                <a:spcPts val="600"/>
              </a:spcAft>
            </a:pPr>
            <a:endParaRPr lang="pt-BR" sz="2800" dirty="0">
              <a:solidFill>
                <a:srgbClr val="000000"/>
              </a:solidFill>
              <a:latin typeface="Poppins"/>
              <a:ea typeface="Poppins"/>
              <a:cs typeface="Poppins"/>
            </a:endParaRPr>
          </a:p>
          <a:p>
            <a:pPr algn="l">
              <a:spcAft>
                <a:spcPts val="600"/>
              </a:spcAft>
            </a:pPr>
            <a:endParaRPr lang="pt-BR" sz="2800" b="1" dirty="0">
              <a:solidFill>
                <a:srgbClr val="000000"/>
              </a:solidFill>
              <a:latin typeface="Poppins"/>
              <a:ea typeface="Poppins"/>
              <a:cs typeface="Poppins"/>
            </a:endParaRPr>
          </a:p>
          <a:p>
            <a:pPr algn="l">
              <a:lnSpc>
                <a:spcPts val="2800"/>
              </a:lnSpc>
              <a:spcAft>
                <a:spcPts val="600"/>
              </a:spcAft>
            </a:pPr>
            <a:endParaRPr lang="en-US" sz="3200" dirty="0">
              <a:solidFill>
                <a:srgbClr val="000000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C69BDD24-5484-469B-F971-A5635FAD103C}"/>
              </a:ext>
            </a:extLst>
          </p:cNvPr>
          <p:cNvSpPr/>
          <p:nvPr/>
        </p:nvSpPr>
        <p:spPr>
          <a:xfrm>
            <a:off x="14702148" y="624310"/>
            <a:ext cx="3018346" cy="768717"/>
          </a:xfrm>
          <a:custGeom>
            <a:avLst/>
            <a:gdLst/>
            <a:ahLst/>
            <a:cxnLst/>
            <a:rect l="l" t="t" r="r" b="b"/>
            <a:pathLst>
              <a:path w="3018346" h="768717">
                <a:moveTo>
                  <a:pt x="0" y="0"/>
                </a:moveTo>
                <a:lnTo>
                  <a:pt x="3018346" y="0"/>
                </a:lnTo>
                <a:lnTo>
                  <a:pt x="3018346" y="768717"/>
                </a:lnTo>
                <a:lnTo>
                  <a:pt x="0" y="7687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AFEEB4A5-8357-3A0A-60A8-F5E76D316E2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209" r="23435" b="10684"/>
          <a:stretch>
            <a:fillRect/>
          </a:stretch>
        </p:blipFill>
        <p:spPr bwMode="auto">
          <a:xfrm>
            <a:off x="5037089" y="4395019"/>
            <a:ext cx="8930148" cy="5776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99464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/>
            </a:stretch>
          </a:blipFill>
          <a:ln>
            <a:solidFill>
              <a:schemeClr val="bg1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3" name="AutoShape 3"/>
          <p:cNvSpPr/>
          <p:nvPr/>
        </p:nvSpPr>
        <p:spPr>
          <a:xfrm flipH="1" flipV="1">
            <a:off x="8959883" y="4114356"/>
            <a:ext cx="19050" cy="2058287"/>
          </a:xfrm>
          <a:prstGeom prst="line">
            <a:avLst/>
          </a:prstGeom>
          <a:ln w="38100" cap="flat">
            <a:solidFill>
              <a:srgbClr val="D938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Box 4"/>
          <p:cNvSpPr txBox="1"/>
          <p:nvPr/>
        </p:nvSpPr>
        <p:spPr>
          <a:xfrm>
            <a:off x="10264807" y="4031837"/>
            <a:ext cx="2440335" cy="843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 dirty="0" err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Telefone</a:t>
            </a:r>
            <a:endParaRPr lang="en-US" sz="2400" b="1" dirty="0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(11) 2396-1999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0264807" y="2580894"/>
            <a:ext cx="5397980" cy="985341"/>
            <a:chOff x="0" y="-85725"/>
            <a:chExt cx="7197307" cy="1313786"/>
          </a:xfrm>
        </p:grpSpPr>
        <p:sp>
          <p:nvSpPr>
            <p:cNvPr id="6" name="TextBox 6"/>
            <p:cNvSpPr txBox="1"/>
            <p:nvPr/>
          </p:nvSpPr>
          <p:spPr>
            <a:xfrm>
              <a:off x="0" y="677142"/>
              <a:ext cx="4778571" cy="55091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400" dirty="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Av. Goiás, 139 – Itu/SP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85725"/>
              <a:ext cx="7197307" cy="62923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3919"/>
                </a:lnSpc>
                <a:spcBef>
                  <a:spcPct val="0"/>
                </a:spcBef>
              </a:pPr>
              <a:r>
                <a:rPr lang="en-US" sz="2799" b="1" dirty="0">
                  <a:solidFill>
                    <a:srgbClr val="D93831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Escola SENAI “Italo Bologna”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264807" y="5359146"/>
            <a:ext cx="2283343" cy="899636"/>
            <a:chOff x="0" y="-66675"/>
            <a:chExt cx="3044457" cy="1199515"/>
          </a:xfrm>
        </p:grpSpPr>
        <p:sp>
          <p:nvSpPr>
            <p:cNvPr id="9" name="TextBox 9"/>
            <p:cNvSpPr txBox="1"/>
            <p:nvPr/>
          </p:nvSpPr>
          <p:spPr>
            <a:xfrm>
              <a:off x="0" y="-66675"/>
              <a:ext cx="2217738" cy="5441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Instagram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569831"/>
              <a:ext cx="3044457" cy="56300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400" dirty="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@senai.itu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264806" y="6742176"/>
            <a:ext cx="4985025" cy="848236"/>
            <a:chOff x="-1" y="-66675"/>
            <a:chExt cx="6646700" cy="1130981"/>
          </a:xfrm>
        </p:grpSpPr>
        <p:sp>
          <p:nvSpPr>
            <p:cNvPr id="12" name="TextBox 12"/>
            <p:cNvSpPr txBox="1"/>
            <p:nvPr/>
          </p:nvSpPr>
          <p:spPr>
            <a:xfrm>
              <a:off x="0" y="-66675"/>
              <a:ext cx="1655191" cy="55092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Site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-1" y="513386"/>
              <a:ext cx="6646700" cy="55092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3359"/>
                </a:lnSpc>
                <a:spcBef>
                  <a:spcPct val="0"/>
                </a:spcBef>
              </a:pPr>
              <a:r>
                <a:rPr lang="en-US" sz="2400" dirty="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https://sp.senai.br/unidade/itu/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3346028" y="5359146"/>
            <a:ext cx="2132980" cy="904680"/>
            <a:chOff x="0" y="-66675"/>
            <a:chExt cx="2843973" cy="1206239"/>
          </a:xfrm>
        </p:grpSpPr>
        <p:sp>
          <p:nvSpPr>
            <p:cNvPr id="15" name="TextBox 15"/>
            <p:cNvSpPr txBox="1"/>
            <p:nvPr/>
          </p:nvSpPr>
          <p:spPr>
            <a:xfrm>
              <a:off x="0" y="-66675"/>
              <a:ext cx="2039343" cy="5509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Facebook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568051"/>
              <a:ext cx="2843973" cy="57151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400" dirty="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/</a:t>
              </a:r>
              <a:r>
                <a:rPr lang="en-US" sz="2400" dirty="0" err="1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senai.itu</a:t>
              </a:r>
              <a:endParaRPr lang="en-US" sz="2400" dirty="0">
                <a:solidFill>
                  <a:srgbClr val="000000"/>
                </a:solidFill>
                <a:latin typeface="Poppins"/>
                <a:ea typeface="Poppins"/>
                <a:cs typeface="Poppins"/>
              </a:endParaRPr>
            </a:p>
          </p:txBody>
        </p:sp>
      </p:grpSp>
      <p:sp>
        <p:nvSpPr>
          <p:cNvPr id="17" name="Freeform 17"/>
          <p:cNvSpPr/>
          <p:nvPr/>
        </p:nvSpPr>
        <p:spPr>
          <a:xfrm>
            <a:off x="14706022" y="599788"/>
            <a:ext cx="3198542" cy="832421"/>
          </a:xfrm>
          <a:custGeom>
            <a:avLst/>
            <a:gdLst/>
            <a:ahLst/>
            <a:cxnLst/>
            <a:rect l="l" t="t" r="r" b="b"/>
            <a:pathLst>
              <a:path w="3988764" h="1015865">
                <a:moveTo>
                  <a:pt x="0" y="0"/>
                </a:moveTo>
                <a:lnTo>
                  <a:pt x="3988765" y="0"/>
                </a:lnTo>
                <a:lnTo>
                  <a:pt x="3988765" y="1015866"/>
                </a:lnTo>
                <a:lnTo>
                  <a:pt x="0" y="10158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64345A72-15EA-DD9B-0B9A-9CEDCCEC67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741" y="1825007"/>
            <a:ext cx="8152219" cy="663698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b0233ae-9651-425e-a184-2fe21a554a67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6047AC9DEFB4747B22467A5254572DF" ma:contentTypeVersion="13" ma:contentTypeDescription="Crie um novo documento." ma:contentTypeScope="" ma:versionID="6bed99621e975af1be034e2ee213c9f8">
  <xsd:schema xmlns:xsd="http://www.w3.org/2001/XMLSchema" xmlns:xs="http://www.w3.org/2001/XMLSchema" xmlns:p="http://schemas.microsoft.com/office/2006/metadata/properties" xmlns:ns2="3b0233ae-9651-425e-a184-2fe21a554a67" xmlns:ns3="d057380e-994b-447d-ba40-1e4bfd6713af" targetNamespace="http://schemas.microsoft.com/office/2006/metadata/properties" ma:root="true" ma:fieldsID="443602cc840bf06ab55aac058d3c6709" ns2:_="" ns3:_="">
    <xsd:import namespace="3b0233ae-9651-425e-a184-2fe21a554a67"/>
    <xsd:import namespace="d057380e-994b-447d-ba40-1e4bfd6713a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0233ae-9651-425e-a184-2fe21a554a6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Marcações de imagem" ma:readOnly="false" ma:fieldId="{5cf76f15-5ced-4ddc-b409-7134ff3c332f}" ma:taxonomyMulti="true" ma:sspId="3bb9e50e-ce22-4fee-9d7c-9dfda410bf1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057380e-994b-447d-ba40-1e4bfd6713af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8B95F03-30E3-4ABE-9DDC-1294C35807C3}">
  <ds:schemaRefs>
    <ds:schemaRef ds:uri="http://purl.org/dc/dcmitype/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http://purl.org/dc/elements/1.1/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d057380e-994b-447d-ba40-1e4bfd6713af"/>
    <ds:schemaRef ds:uri="3b0233ae-9651-425e-a184-2fe21a554a67"/>
  </ds:schemaRefs>
</ds:datastoreItem>
</file>

<file path=customXml/itemProps2.xml><?xml version="1.0" encoding="utf-8"?>
<ds:datastoreItem xmlns:ds="http://schemas.openxmlformats.org/officeDocument/2006/customXml" ds:itemID="{9A319DE4-058D-411D-B100-239A74822D9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DAAE858-6DB2-4BEC-A6E1-D6CE8924E8DA}">
  <ds:schemaRefs>
    <ds:schemaRef ds:uri="3b0233ae-9651-425e-a184-2fe21a554a67"/>
    <ds:schemaRef ds:uri="d057380e-994b-447d-ba40-1e4bfd6713a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515</Words>
  <Application>Microsoft Office PowerPoint</Application>
  <PresentationFormat>Personalizar</PresentationFormat>
  <Paragraphs>129</Paragraphs>
  <Slides>22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22</vt:i4>
      </vt:variant>
    </vt:vector>
  </HeadingPairs>
  <TitlesOfParts>
    <vt:vector size="28" baseType="lpstr">
      <vt:lpstr>Poppins</vt:lpstr>
      <vt:lpstr>Poppins Bold</vt:lpstr>
      <vt:lpstr>Courier New</vt:lpstr>
      <vt:lpstr>Calibri</vt:lpstr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GED_Template Editável - Professores e Alunos</dc:title>
  <cp:lastModifiedBy>Celso Rodrigo Giusti</cp:lastModifiedBy>
  <cp:revision>2</cp:revision>
  <dcterms:created xsi:type="dcterms:W3CDTF">2006-08-16T00:00:00Z</dcterms:created>
  <dcterms:modified xsi:type="dcterms:W3CDTF">2025-08-11T10:18:17Z</dcterms:modified>
  <dc:identifier>DAGcYiua7Qo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0x01010096047AC9DEFB4747B22467A5254572DF</vt:lpwstr>
  </property>
  <property fmtid="{D5CDD505-2E9C-101B-9397-08002B2CF9AE}" pid="3" name="MediaServiceImageTags">
    <vt:lpwstr/>
  </property>
</Properties>
</file>