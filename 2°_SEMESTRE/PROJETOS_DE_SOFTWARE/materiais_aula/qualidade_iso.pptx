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Poppi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UIUnf0uKM3Wr3EZDHf5kLku2A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.fntdata"/><Relationship Id="rId6" Type="http://schemas.openxmlformats.org/officeDocument/2006/relationships/slide" Target="slides/slide1.xml"/><Relationship Id="rId18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1d52df24d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71d52df24d_1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d52df24d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71d52df24d_1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1d52df24d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1d52df24d_1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1d52df24d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71d52df24d_1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1d52df24d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71d52df24d_1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1d52df24d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71d52df24d_1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1d52df24d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71d52df24d_1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1d52df24d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71d52df24d_1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1d52df24d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71d52df24d_1_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1d52df24d_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71d52df24d_1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348a0baa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7348a0baa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1d52df24d_1_10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71d52df24d_1_102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71d52df24d_1_102"/>
          <p:cNvSpPr txBox="1"/>
          <p:nvPr/>
        </p:nvSpPr>
        <p:spPr>
          <a:xfrm>
            <a:off x="2800347" y="4337450"/>
            <a:ext cx="126873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i="0" lang="en-US" sz="76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Qualidade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1d52df24d_1_1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71d52df24d_1_12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g371d52df24d_1_12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" name="Google Shape;94;g371d52df24d_1_12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5" name="Google Shape;95;g371d52df24d_1_12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g371d52df24d_1_12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g371d52df24d_1_122"/>
          <p:cNvSpPr txBox="1"/>
          <p:nvPr/>
        </p:nvSpPr>
        <p:spPr>
          <a:xfrm>
            <a:off x="1967100" y="1189050"/>
            <a:ext cx="125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Qualidade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71d52df24d_1_122"/>
          <p:cNvSpPr txBox="1"/>
          <p:nvPr/>
        </p:nvSpPr>
        <p:spPr>
          <a:xfrm>
            <a:off x="1685075" y="3237353"/>
            <a:ext cx="144438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Grau em que um sistema, componente ou processo atende aos requisitos especificados e às expectativas dos usuários. É um conceito que engloba diversos aspectos do desenvolvimento e uso de software.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Vamos conhecer as principais características de um software de qualidade segundo a ISO/IEC 25010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g371d52df24d_1_12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71d52df24d_1_12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g371d52df24d_1_1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10025" y="7406750"/>
            <a:ext cx="2839800" cy="28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1d52df24d_1_1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71d52df24d_1_13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g371d52df24d_1_13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" name="Google Shape;109;g371d52df24d_1_13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0" name="Google Shape;110;g371d52df24d_1_13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g371d52df24d_1_13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g371d52df24d_1_137"/>
          <p:cNvSpPr txBox="1"/>
          <p:nvPr/>
        </p:nvSpPr>
        <p:spPr>
          <a:xfrm>
            <a:off x="1967100" y="1189050"/>
            <a:ext cx="125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Adequação Funcional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71d52df24d_1_137"/>
          <p:cNvSpPr txBox="1"/>
          <p:nvPr/>
        </p:nvSpPr>
        <p:spPr>
          <a:xfrm>
            <a:off x="1685075" y="3237353"/>
            <a:ext cx="144438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Avalia se o software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faz o que deveria fazer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Em outras palavras, verifica se as funcionalidades estão corretas, completas e realmente ajudam o usuário a realizar suas tarefas.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software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faz o que foi prometido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g371d52df24d_1_13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71d52df24d_1_137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1d52df24d_1_16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71d52df24d_1_16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g371d52df24d_1_16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g371d52df24d_1_16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4" name="Google Shape;124;g371d52df24d_1_16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g371d52df24d_1_16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g371d52df24d_1_164"/>
          <p:cNvSpPr txBox="1"/>
          <p:nvPr/>
        </p:nvSpPr>
        <p:spPr>
          <a:xfrm>
            <a:off x="1967100" y="1189050"/>
            <a:ext cx="125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Eficiência de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71d52df24d_1_164"/>
          <p:cNvSpPr txBox="1"/>
          <p:nvPr/>
        </p:nvSpPr>
        <p:spPr>
          <a:xfrm>
            <a:off x="1685075" y="3237353"/>
            <a:ext cx="144438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foco é o desempenho do software. Um sistema pode ser funcional, mas se for lento, travar ou consumir muitos recursos, a experiência do usuário será negativa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sistema é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rápido e leve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? Usa bem os recursos?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71d52df24d_1_16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71d52df24d_1_16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1d52df24d_1_15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71d52df24d_1_15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g371d52df24d_1_15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7" name="Google Shape;137;g371d52df24d_1_15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8" name="Google Shape;138;g371d52df24d_1_15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g371d52df24d_1_15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71d52df24d_1_151"/>
          <p:cNvSpPr txBox="1"/>
          <p:nvPr/>
        </p:nvSpPr>
        <p:spPr>
          <a:xfrm>
            <a:off x="1967100" y="1189050"/>
            <a:ext cx="125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Compatibilidade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71d52df24d_1_151"/>
          <p:cNvSpPr txBox="1"/>
          <p:nvPr/>
        </p:nvSpPr>
        <p:spPr>
          <a:xfrm>
            <a:off x="1685075" y="3237353"/>
            <a:ext cx="14443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Essa característica analise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como o software se comporta ao interagir com outros sistemas 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 quando instalado em ambientes com diferentes configurações.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Funciona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bem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 outros sistemas ou programas?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Ex: Um app de planilhas que importa arquivos csv.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g371d52df24d_1_15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71d52df24d_1_151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1d52df24d_1_17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71d52df24d_1_17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g371d52df24d_1_17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1" name="Google Shape;151;g371d52df24d_1_17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2" name="Google Shape;152;g371d52df24d_1_17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g371d52df24d_1_17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g371d52df24d_1_177"/>
          <p:cNvSpPr txBox="1"/>
          <p:nvPr/>
        </p:nvSpPr>
        <p:spPr>
          <a:xfrm>
            <a:off x="1967100" y="1189050"/>
            <a:ext cx="125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Usabilidade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71d52df24d_1_177"/>
          <p:cNvSpPr txBox="1"/>
          <p:nvPr/>
        </p:nvSpPr>
        <p:spPr>
          <a:xfrm>
            <a:off x="1685075" y="3237353"/>
            <a:ext cx="144438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trata de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como é a experiência do usuário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ao interagir com o sistema. Um software pode ser poderoso, mas se for confuso ou difícil de usar, perde seu valor.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fácil de usar e entender?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Tem boa aparência?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g371d52df24d_1_17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71d52df24d_1_177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1d52df24d_1_19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71d52df24d_1_19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g371d52df24d_1_19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5" name="Google Shape;165;g371d52df24d_1_19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6" name="Google Shape;166;g371d52df24d_1_19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g371d52df24d_1_19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g371d52df24d_1_190"/>
          <p:cNvSpPr txBox="1"/>
          <p:nvPr/>
        </p:nvSpPr>
        <p:spPr>
          <a:xfrm>
            <a:off x="1967100" y="1189050"/>
            <a:ext cx="125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Confiabilidade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71d52df24d_1_190"/>
          <p:cNvSpPr txBox="1"/>
          <p:nvPr/>
        </p:nvSpPr>
        <p:spPr>
          <a:xfrm>
            <a:off x="1685075" y="3237353"/>
            <a:ext cx="144438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Confiabilidade diz respeito à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capacidade do software de funcionar bem sob diferentes condições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sem travar ou apresentar falhas com frequência.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sistema é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estável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 funciona bem mesmo com erros inesperados?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Ex: Um software que continua rodando mesmo após uma falha.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g371d52df24d_1_19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71d52df24d_1_190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1d52df24d_1_20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71d52df24d_1_20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g371d52df24d_1_20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9" name="Google Shape;179;g371d52df24d_1_20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0" name="Google Shape;180;g371d52df24d_1_20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g371d52df24d_1_20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g371d52df24d_1_203"/>
          <p:cNvSpPr txBox="1"/>
          <p:nvPr/>
        </p:nvSpPr>
        <p:spPr>
          <a:xfrm>
            <a:off x="1967100" y="1189050"/>
            <a:ext cx="125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Segurança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71d52df24d_1_203"/>
          <p:cNvSpPr txBox="1"/>
          <p:nvPr/>
        </p:nvSpPr>
        <p:spPr>
          <a:xfrm>
            <a:off x="1685075" y="3237353"/>
            <a:ext cx="144438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Segurança é uma característica crítica, principalmente para sistemas que lidam com dados sensíveis. Avalia a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proteção contra acessos indevidos e fraudes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dados estão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protegidos contra acessos indevidos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g371d52df24d_1_20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71d52df24d_1_203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1d52df24d_1_2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71d52df24d_1_21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g371d52df24d_1_21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3" name="Google Shape;193;g371d52df24d_1_21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4" name="Google Shape;194;g371d52df24d_1_21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g371d52df24d_1_21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g371d52df24d_1_216"/>
          <p:cNvSpPr txBox="1"/>
          <p:nvPr/>
        </p:nvSpPr>
        <p:spPr>
          <a:xfrm>
            <a:off x="1967100" y="1189050"/>
            <a:ext cx="125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Manutenibilidade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71d52df24d_1_216"/>
          <p:cNvSpPr txBox="1"/>
          <p:nvPr/>
        </p:nvSpPr>
        <p:spPr>
          <a:xfrm>
            <a:off x="1685075" y="3237353"/>
            <a:ext cx="144438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 a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facilidade de alterar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corrigir ou melhorar o software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ao longo do tempo, sem comprometer sua estabilidade.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 fácil de corrigir ou atualizar o software?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g371d52df24d_1_21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71d52df24d_1_216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1d52df24d_1_2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71d52df24d_1_22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g371d52df24d_1_22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7" name="Google Shape;207;g371d52df24d_1_22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8" name="Google Shape;208;g371d52df24d_1_22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g371d52df24d_1_22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g371d52df24d_1_229"/>
          <p:cNvSpPr txBox="1"/>
          <p:nvPr/>
        </p:nvSpPr>
        <p:spPr>
          <a:xfrm>
            <a:off x="1967100" y="1189050"/>
            <a:ext cx="125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Portabilidade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71d52df24d_1_22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71d52df24d_1_229"/>
          <p:cNvSpPr txBox="1"/>
          <p:nvPr/>
        </p:nvSpPr>
        <p:spPr>
          <a:xfrm>
            <a:off x="1685075" y="3237353"/>
            <a:ext cx="144438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portabilidade avalia a </a:t>
            </a:r>
            <a:r>
              <a:rPr b="1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facilidade com que o software pode ser transferido de um ambiente para outro</a:t>
            </a: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como entre sistemas operacionais ou servidores diferentes.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Pode ser instalado ou usado em diferentes ambientes?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g371d52df24d_1_229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348a0baa0_0_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7348a0baa0_0_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g37348a0baa0_0_1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1" name="Google Shape;221;g37348a0baa0_0_15"/>
          <p:cNvGrpSpPr/>
          <p:nvPr/>
        </p:nvGrpSpPr>
        <p:grpSpPr>
          <a:xfrm>
            <a:off x="801150" y="2987074"/>
            <a:ext cx="16211658" cy="7299925"/>
            <a:chOff x="0" y="-38100"/>
            <a:chExt cx="4269709" cy="2000418"/>
          </a:xfrm>
        </p:grpSpPr>
        <p:sp>
          <p:nvSpPr>
            <p:cNvPr id="222" name="Google Shape;222;g37348a0baa0_0_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g37348a0baa0_0_1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g37348a0baa0_0_15"/>
          <p:cNvSpPr txBox="1"/>
          <p:nvPr/>
        </p:nvSpPr>
        <p:spPr>
          <a:xfrm>
            <a:off x="1967100" y="1189050"/>
            <a:ext cx="125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7348a0baa0_0_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7348a0baa0_0_15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Projeto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7348a0baa0_0_15"/>
          <p:cNvSpPr txBox="1"/>
          <p:nvPr/>
        </p:nvSpPr>
        <p:spPr>
          <a:xfrm>
            <a:off x="1685075" y="3237353"/>
            <a:ext cx="14443800" cy="5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Vamos realizar uma Auditoria da Aplicação: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Como fazer: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Cada grupo irá pegar um app ou programa existente no mercado;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Avaliar o projeto usando as 8 características da ISO 25010;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Dão nota de 1-5 para cada característica essa nota deve ser justificada;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oppins"/>
              <a:buChar char="●"/>
            </a:pPr>
            <a:r>
              <a:rPr b="0" i="0" lang="en-US" sz="2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Apresentam o relatório de qualidade onde deve conter as notas e pontos de melhoria.</a:t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" name="Google Shape;235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236" name="Google Shape;236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239" name="Google Shape;239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242" name="Google Shape;242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245" name="Google Shape;245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47" name="Google Shape;247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" name="Google Shape;248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249" name="Google Shape;24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