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zR7wG1ILZy72j4wW7O4cXwXub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				</a:t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857279ee4_0_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3857279ee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3857279ee4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857279ee4_0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3857279ee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3857279ee4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857279ee4_0_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3857279ee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3857279ee4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857279ee4_0_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3857279ee4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3857279ee4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857279ee4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3857279ee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3857279ee4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857279ee4_0_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3857279ee4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3857279ee4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857279ee4_0_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3857279ee4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3857279ee4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857279ee4_0_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3857279ee4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				</a:t>
            </a:r>
            <a:endParaRPr/>
          </a:p>
        </p:txBody>
      </p:sp>
      <p:sp>
        <p:nvSpPr>
          <p:cNvPr id="188" name="Google Shape;188;g33857279ee4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857279ee4_0_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3857279ee4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3857279ee4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857279ee4_0_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3857279ee4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				</a:t>
            </a:r>
            <a:endParaRPr/>
          </a:p>
        </p:txBody>
      </p:sp>
      <p:sp>
        <p:nvSpPr>
          <p:cNvPr id="201" name="Google Shape;201;g33857279ee4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857279ee4_0_9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3857279ee4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3857279ee4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857279ee4_0_10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3857279ee4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3857279ee4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857279ee4_0_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3857279ee4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3857279ee4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857279ee4_0_1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3857279ee4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3857279ee4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36"/>
          <p:cNvSpPr txBox="1"/>
          <p:nvPr/>
        </p:nvSpPr>
        <p:spPr>
          <a:xfrm>
            <a:off x="1785060" y="2074736"/>
            <a:ext cx="89155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36"/>
          <p:cNvSpPr txBox="1"/>
          <p:nvPr>
            <p:ph idx="1" type="body"/>
          </p:nvPr>
        </p:nvSpPr>
        <p:spPr>
          <a:xfrm>
            <a:off x="629360" y="2105480"/>
            <a:ext cx="78859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4400"/>
              <a:buNone/>
              <a:defRPr b="1" sz="44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2" type="body"/>
          </p:nvPr>
        </p:nvSpPr>
        <p:spPr>
          <a:xfrm>
            <a:off x="628650" y="2923854"/>
            <a:ext cx="4300401" cy="437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2000"/>
              <a:buNone/>
              <a:defRPr b="1" sz="2000">
                <a:solidFill>
                  <a:srgbClr val="E51E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3" type="body"/>
          </p:nvPr>
        </p:nvSpPr>
        <p:spPr>
          <a:xfrm>
            <a:off x="628650" y="3471997"/>
            <a:ext cx="7886700" cy="899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" name="Google Shape;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628650" y="1140823"/>
            <a:ext cx="7886700" cy="503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" name="Google Shape;31;p37"/>
          <p:cNvSpPr txBox="1"/>
          <p:nvPr>
            <p:ph idx="2" type="body"/>
          </p:nvPr>
        </p:nvSpPr>
        <p:spPr>
          <a:xfrm>
            <a:off x="628649" y="365126"/>
            <a:ext cx="7886701" cy="566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  <a:defRPr b="1" sz="36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" name="Google Shape;37;p38"/>
          <p:cNvSpPr txBox="1"/>
          <p:nvPr>
            <p:ph idx="1" type="body"/>
          </p:nvPr>
        </p:nvSpPr>
        <p:spPr>
          <a:xfrm>
            <a:off x="628650" y="2620605"/>
            <a:ext cx="8358596" cy="188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b="1" sz="7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2" type="body"/>
          </p:nvPr>
        </p:nvSpPr>
        <p:spPr>
          <a:xfrm>
            <a:off x="628650" y="2176138"/>
            <a:ext cx="8358596" cy="302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9" name="Google Shape;3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9859" y="5932891"/>
            <a:ext cx="1525491" cy="51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4" name="Google Shape;4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9"/>
          <p:cNvSpPr txBox="1"/>
          <p:nvPr>
            <p:ph idx="1" type="body"/>
          </p:nvPr>
        </p:nvSpPr>
        <p:spPr>
          <a:xfrm>
            <a:off x="629360" y="2023993"/>
            <a:ext cx="832255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4400"/>
              <a:buNone/>
              <a:defRPr b="1" sz="44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2" type="body"/>
          </p:nvPr>
        </p:nvSpPr>
        <p:spPr>
          <a:xfrm>
            <a:off x="629360" y="3115182"/>
            <a:ext cx="3496729" cy="34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2000"/>
              <a:buNone/>
              <a:defRPr b="1" sz="2000">
                <a:solidFill>
                  <a:srgbClr val="E51E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3" type="body"/>
          </p:nvPr>
        </p:nvSpPr>
        <p:spPr>
          <a:xfrm>
            <a:off x="628650" y="3635432"/>
            <a:ext cx="8323263" cy="899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6" name="Google Shape;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75755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4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4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7" name="Google Shape;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4" name="Google Shape;7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0" name="Google Shape;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4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5" name="Google Shape;85;p44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4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9" name="Google Shape;8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5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5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45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4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8" name="Google Shape;9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6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4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6" name="Google Shape;10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54240" y="9207"/>
            <a:ext cx="188976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4" name="Google Shape;11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6666" y="5932891"/>
            <a:ext cx="1448684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/>
          <p:nvPr>
            <p:ph idx="1" type="body"/>
          </p:nvPr>
        </p:nvSpPr>
        <p:spPr>
          <a:xfrm>
            <a:off x="629005" y="3075057"/>
            <a:ext cx="78859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50"/>
              <a:buNone/>
            </a:pPr>
            <a:r>
              <a:rPr lang="pt-BR" sz="3350"/>
              <a:t>Compartilhamento de</a:t>
            </a:r>
            <a:br>
              <a:rPr lang="pt-BR" sz="3350"/>
            </a:br>
            <a:r>
              <a:rPr lang="pt-BR" sz="3350"/>
              <a:t>Pastas via Rede (Windows)</a:t>
            </a:r>
            <a:endParaRPr sz="3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pt-BR"/>
              <a:t>Compartilhamento via Rede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628950" y="14439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 compartilhamento de pastas via rede, permite que outros computadores acessem as pastas configuradas. 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Isso é muito utilizado em ambientes corporativos, onde normalmente temos um servidor que compartilha essas pastas ao demais computadores.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" name="Google Shape;12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275" y="3826775"/>
            <a:ext cx="2698001" cy="269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857279ee4_0_2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None/>
            </a:pPr>
            <a:r>
              <a:rPr lang="pt-BR" sz="4560"/>
              <a:t>Primeiros Passos		</a:t>
            </a:r>
            <a:endParaRPr sz="4880"/>
          </a:p>
        </p:txBody>
      </p:sp>
      <p:sp>
        <p:nvSpPr>
          <p:cNvPr id="135" name="Google Shape;135;g33857279ee4_0_2"/>
          <p:cNvSpPr/>
          <p:nvPr/>
        </p:nvSpPr>
        <p:spPr>
          <a:xfrm>
            <a:off x="628950" y="14439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Alterar o nome da máquina já existente para: cliente;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Criar uma nova VM com nome de servidor;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Verificar se ambas VMs estão com o adaptador de rede configurado como “Placa em modo Bridge”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g33857279ee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75" y="3603538"/>
            <a:ext cx="67246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857279ee4_0_11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96491"/>
              <a:buNone/>
            </a:pPr>
            <a:r>
              <a:rPr lang="pt-BR" sz="4560"/>
              <a:t>Realizando Ping (Servidor)</a:t>
            </a:r>
            <a:endParaRPr sz="4880"/>
          </a:p>
        </p:txBody>
      </p:sp>
      <p:sp>
        <p:nvSpPr>
          <p:cNvPr id="143" name="Google Shape;143;g33857279ee4_0_11"/>
          <p:cNvSpPr/>
          <p:nvPr/>
        </p:nvSpPr>
        <p:spPr>
          <a:xfrm>
            <a:off x="628950" y="14439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Agora é necessário verificarmos se ambas máquinas estão de fato na mesma rede: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Acesse o CMD;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Insira o comando: ping nome_da_maquina;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TODOS os pacotes devem ser recebidos.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g33857279ee4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675" y="4101875"/>
            <a:ext cx="7304650" cy="14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857279ee4_0_19"/>
          <p:cNvSpPr txBox="1"/>
          <p:nvPr>
            <p:ph idx="1" type="body"/>
          </p:nvPr>
        </p:nvSpPr>
        <p:spPr>
          <a:xfrm>
            <a:off x="628950" y="411581"/>
            <a:ext cx="78861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508"/>
              <a:t>Ativando a Descoberta de Rede</a:t>
            </a:r>
            <a:endParaRPr sz="2508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508"/>
              <a:t>e Compartilhamento de Arquivos (Ambos)</a:t>
            </a:r>
            <a:endParaRPr sz="2508"/>
          </a:p>
        </p:txBody>
      </p:sp>
      <p:sp>
        <p:nvSpPr>
          <p:cNvPr id="151" name="Google Shape;151;g33857279ee4_0_19"/>
          <p:cNvSpPr/>
          <p:nvPr/>
        </p:nvSpPr>
        <p:spPr>
          <a:xfrm>
            <a:off x="628950" y="14439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Para que os computadores que estão conectados na mesma rede possam visualizar a pasta que será compartilhada, é necessário ativar a descoberta de rede privada.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Acesse o explorador de arquivos e clique em “Rede”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" name="Google Shape;152;g33857279ee4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51" y="3822025"/>
            <a:ext cx="7471899" cy="27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857279ee4_0_27"/>
          <p:cNvSpPr/>
          <p:nvPr/>
        </p:nvSpPr>
        <p:spPr>
          <a:xfrm>
            <a:off x="628950" y="14439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Clique em OK;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Clique na mensagem que aparecerá na parte de cima do Explorador de Arquivos;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Selecione a opção: “</a:t>
            </a: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Ativar descoberta de rede e compartilhamento de arquivos</a:t>
            </a: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”.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3857279ee4_0_27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708"/>
              <a:t>Ativando a Descoberta de Rede</a:t>
            </a:r>
            <a:endParaRPr sz="2708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708"/>
              <a:t>e Compartilhamento de Arquivos (Ambos)</a:t>
            </a:r>
            <a:endParaRPr sz="2708"/>
          </a:p>
        </p:txBody>
      </p:sp>
      <p:pic>
        <p:nvPicPr>
          <p:cNvPr id="160" name="Google Shape;160;g33857279ee4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850" y="3657925"/>
            <a:ext cx="623887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857279ee4_0_36"/>
          <p:cNvSpPr/>
          <p:nvPr/>
        </p:nvSpPr>
        <p:spPr>
          <a:xfrm>
            <a:off x="628950" y="14439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Em Documentos, crie uma pasta “compartilhada”;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Acesse as propriedades da pasta e vá para aba “Compartilhamento”;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Selecione “Compartilhar”;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3857279ee4_0_36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808"/>
              <a:t>Criando uma Pasta Compartilhada (Servidor)</a:t>
            </a:r>
            <a:endParaRPr sz="2808"/>
          </a:p>
        </p:txBody>
      </p:sp>
      <p:pic>
        <p:nvPicPr>
          <p:cNvPr id="168" name="Google Shape;168;g33857279ee4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263" y="3538080"/>
            <a:ext cx="4553475" cy="24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857279ee4_0_44"/>
          <p:cNvSpPr/>
          <p:nvPr/>
        </p:nvSpPr>
        <p:spPr>
          <a:xfrm>
            <a:off x="628950" y="14439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Na tela “Acesso à Rede” selecione “Todos”;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Clique em “Adicionar”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Clique em “Compartilhar”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33857279ee4_0_44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808"/>
              <a:t>Compartilhando a Pasta (Servidor)</a:t>
            </a:r>
            <a:endParaRPr sz="2808"/>
          </a:p>
        </p:txBody>
      </p:sp>
      <p:pic>
        <p:nvPicPr>
          <p:cNvPr id="176" name="Google Shape;176;g33857279ee4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250" y="2609850"/>
            <a:ext cx="517207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857279ee4_0_59"/>
          <p:cNvSpPr/>
          <p:nvPr/>
        </p:nvSpPr>
        <p:spPr>
          <a:xfrm>
            <a:off x="628950" y="10629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Após os passos anteriores, acesse novamente as propriedades da pasta e “Compartilhamento”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Acesse compartilhamento avançado;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Marque a caixa “Compartilhar Pasta”;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Clique em “Aplicar”.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3857279ee4_0_59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808"/>
              <a:t>Compartilhamento Avançado (Servidor)</a:t>
            </a:r>
            <a:endParaRPr sz="2808"/>
          </a:p>
        </p:txBody>
      </p:sp>
      <p:pic>
        <p:nvPicPr>
          <p:cNvPr id="184" name="Google Shape;184;g33857279ee4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199" y="3024999"/>
            <a:ext cx="3057600" cy="36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857279ee4_0_80"/>
          <p:cNvSpPr txBox="1"/>
          <p:nvPr>
            <p:ph idx="1" type="body"/>
          </p:nvPr>
        </p:nvSpPr>
        <p:spPr>
          <a:xfrm>
            <a:off x="629005" y="3075057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50"/>
              <a:buNone/>
            </a:pPr>
            <a:r>
              <a:rPr lang="pt-BR" sz="3350"/>
              <a:t>Acessando as Pastas Compartilhadas</a:t>
            </a:r>
            <a:endParaRPr sz="3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857279ee4_0_67"/>
          <p:cNvSpPr/>
          <p:nvPr/>
        </p:nvSpPr>
        <p:spPr>
          <a:xfrm>
            <a:off x="628950" y="15963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Para acessar a pasta: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Acessa “Executar” (Windows + R);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Digite “\\nome_da_maquina\nome_da_pasta”.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3857279ee4_0_67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808"/>
              <a:t>Acessando a Pasta compartilhada (Cliente)</a:t>
            </a:r>
            <a:endParaRPr sz="280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857279ee4_0_85"/>
          <p:cNvSpPr txBox="1"/>
          <p:nvPr>
            <p:ph idx="1" type="body"/>
          </p:nvPr>
        </p:nvSpPr>
        <p:spPr>
          <a:xfrm>
            <a:off x="629005" y="3075057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50"/>
              <a:buNone/>
            </a:pPr>
            <a:r>
              <a:rPr lang="pt-BR" sz="3350"/>
              <a:t>Mapeando as Pastas Compartilhadas</a:t>
            </a:r>
            <a:endParaRPr sz="33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857279ee4_0_95"/>
          <p:cNvSpPr/>
          <p:nvPr/>
        </p:nvSpPr>
        <p:spPr>
          <a:xfrm>
            <a:off x="628950" y="12153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 mapeamento de uma pasta compartilhada vai permitir o Cliente visualizar a pasta da mesma forma que um Disco.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Ele também trás a informação de armazenamento que possui aquela pasta (Mesmo do Servidor).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Ele serve como atalho para o cliente, para que não seja necessário ficar acessando a pasta pelo caminho toda vez.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g33857279ee4_0_95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808"/>
              <a:t>Mapeamento de Pasta Compartilhada</a:t>
            </a:r>
            <a:endParaRPr sz="280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857279ee4_0_101"/>
          <p:cNvSpPr/>
          <p:nvPr/>
        </p:nvSpPr>
        <p:spPr>
          <a:xfrm>
            <a:off x="628950" y="11391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No computador cliente: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Acesse o explorador de Arquivos;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Clique com o botão direito em “Rede”;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Selecione a opção: “Mapear unidade de rede…”.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g33857279ee4_0_101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808"/>
              <a:t>Mapeamento de Pasta Compartilhada</a:t>
            </a:r>
            <a:endParaRPr sz="2808"/>
          </a:p>
        </p:txBody>
      </p:sp>
      <p:pic>
        <p:nvPicPr>
          <p:cNvPr id="218" name="Google Shape;218;g33857279ee4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278" y="3525653"/>
            <a:ext cx="3921200" cy="26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857279ee4_0_108"/>
          <p:cNvSpPr/>
          <p:nvPr/>
        </p:nvSpPr>
        <p:spPr>
          <a:xfrm>
            <a:off x="628950" y="11391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Escolha uma letra para o mapeamento;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Clique em “Procurar” para informar a pasta que vai ser mapeada;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Clique em “Concluir</a:t>
            </a: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3857279ee4_0_108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808"/>
              <a:t>Mapeamento de Pasta Compartilhada</a:t>
            </a:r>
            <a:endParaRPr sz="2808"/>
          </a:p>
        </p:txBody>
      </p:sp>
      <p:pic>
        <p:nvPicPr>
          <p:cNvPr id="226" name="Google Shape;226;g33857279ee4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3283788"/>
            <a:ext cx="29337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857279ee4_0_123"/>
          <p:cNvSpPr/>
          <p:nvPr/>
        </p:nvSpPr>
        <p:spPr>
          <a:xfrm>
            <a:off x="628950" y="1139100"/>
            <a:ext cx="7742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Acesse “Meu Computador”;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Montserrat"/>
              <a:buChar char="●"/>
            </a:pPr>
            <a:r>
              <a:rPr b="1" lang="pt-BR" sz="2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Observe o Mapeamento criado.</a:t>
            </a:r>
            <a:endParaRPr b="1" sz="2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g33857279ee4_0_123"/>
          <p:cNvSpPr txBox="1"/>
          <p:nvPr>
            <p:ph idx="1" type="body"/>
          </p:nvPr>
        </p:nvSpPr>
        <p:spPr>
          <a:xfrm>
            <a:off x="628956" y="563965"/>
            <a:ext cx="78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20"/>
              <a:buNone/>
            </a:pPr>
            <a:r>
              <a:rPr lang="pt-BR" sz="2808"/>
              <a:t>Mapeamento de Pasta Compartilhada</a:t>
            </a:r>
            <a:endParaRPr sz="2808"/>
          </a:p>
        </p:txBody>
      </p:sp>
      <p:pic>
        <p:nvPicPr>
          <p:cNvPr id="234" name="Google Shape;234;g33857279ee4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725" y="2712225"/>
            <a:ext cx="6722550" cy="21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2019-02-19T13:22:14Z</dcterms:created>
  <dc:creator>Fabiano Oliveira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0x0101001C0BDCB75C490F449996D271113E7085</vt:lpwstr>
  </property>
</Properties>
</file>