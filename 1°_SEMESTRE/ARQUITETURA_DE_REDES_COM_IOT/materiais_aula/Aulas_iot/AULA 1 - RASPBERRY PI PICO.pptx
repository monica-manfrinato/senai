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Poppi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WmLqu1WqdN7Zl41Y7elStVeWI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b6bb2b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1. 2 núcleos ARM Cortex-M0+ a até 133 MHz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Explicação: O Raspberry Pi Pico possui dois processadores (núcleos) que operam em paralelo, otimizando tarefas simultâneas (como leitura de sensores enquanto executa um controle).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Cortex-M0+ é um núcleo da ARM voltado para baixo consumo e ótima eficiência em aplicações embarcadas.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Velocidade de até 133 MHz, ou seja, ele pode executar até 133 milhões de ciclos por segundo — muito para um microcontrolador.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2. 264 KB de 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Explicação: Memória volátil usada durante a execução dos programas. É onde ficam variáveis, buffers,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Embora pareça pouco comparado a PCs, é o suficiente para aplicações embarcadas (leitura de sensores, lógica de controle, comunicação, etc).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3. 2 MB de memória flash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Explicação: Memória não volátil, usada para armazenar o código e dados mesmo quando o Pico é desligado.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Essa flash é onde o MicroPython ou firmware em C/C++ é gravado. Bem generosa para um microcontrolador (muitos só têm alguns KB!).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4. 26 pinos GPIO (entrada/saída digitais e analógicas)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Explicação: "GPIO" significa General Purpose Input/Output (Entrada/Saída de Propósito Geral).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 esses pinos, você pode ler sensores (entrada), ligar LEDs, motores (saída), enviar sinais PWM, ler valores analógicos (ADC) ou comunicar com outros dispositivos.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Flexíveis: cada pino pode ter múltiplas funções, dependendo da programação.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5. Comunicação via USB, UART, I2C, SPI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USB: Permite ligar direto ao computador para enviar/receber dados ou alimentar a placa.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 (Serial): Comunicação simples, ideal para módulos Bluetooth, GPS,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I2C: Comunicação com vários sensores usando apenas dois fios (ideal para sensores de temperatura, displays, etc.).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SPI: Mais rápido que I2C, usado com módulos que precisam de maior velocidade (memórias, displays TFT, etc.).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6. Temporizadores, PWM, ADC, watchdog, PIO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Temporizadores: Permitem agendar tarefas, criar delays precisos, medir tempo entre eventos,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PWM (Pulse Width Modulation): Controla intensidade de LEDs, velocidade de motores, frequência sonora em buzzers,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ADC (Conversor Analógico/Digital): Lê sinais analógicos, como sensores de temperatura, potenciômetros,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Watchdog: Um "guardião" que reinicia o sistema caso algo trave, aumentando a segurança.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PIO (Programmable I/O): Módulo avançado que permite criar protocolos personalizados de comunicação, muito poderoso em projetos complexos.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7. Pode ser programado em C/C++ ou MicroPython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C/C++: Linguagens tradicionais de alto desempenho, usadas com o SDK oficial. Mais rápido, mas exige mais conhecimento técnico.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MicroPython: Uma versão leve de Python, pensada para microcontroladores. Ideal para ensino e prototipagem rápida, por ser simples e com sintaxe amigável.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Você pode conectar via Thonny (IDE) e já começar a programar direto no Pico!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b6bb2bf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6b6bb2bf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56b6bb2bf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6b6bb2bf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56b6bb2bfc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6b6bb2bf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56b6bb2bfc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6b6bb2bf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56b6bb2bf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94324d29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⚡ Power (Alimentação)Pinos que fornecem energia para o circuito (ex: 3.3V ou 5V).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⚫ Ground (Terra / GND)Referência zero de tensão do circuito; todos os componentes devem estar conectados a ele.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🔌 GPIO, PIO e PWM: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GPIO: pinos de entrada e saída digital (ligar/desligar componentes).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PIO: controle programável de sinais (uso avançado).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PWM: gera sinais variáveis, como controle de brilho ou velocidade.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🌡️ ADC (Conversor Analógico-Digital)Lê sinais analógicos (como de um potenciômetro) e converte para valores digitais (0 a 65535).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⚡ SPI (Comunicação Serial Rápida)Protocolo de comunicação mais rápido que UART e I2C, usado com sensores, displays,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🔗 I2C (Comunicação em Barramento)Comunicação entre vários dispositivos usando apenas dois fios (clock e dados).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⚙️ System Control (Controle do Sistema)Pinos usados para reset, boot, ou funções internas da placa.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🚲 Debugging (Depuração)Pinos usados para monitorar, testar e encontrar erros no código ou circuito.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🛋 UART (Transmissão e Recebimento Serial)Comunicação serial simples entre dois dispositivos (ex: enviar dados para o PC ou outro microcontrolador).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494324d29f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561c788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5561c788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561c7889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5561c7889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561c7889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6. 🛋 UART (Transmissão e Recebimento Serial)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é o UART?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 (Universal Asynchronous Receiver/Transmitter) é uma forma simples de comunicação serial entre dispositivos, onde um dispositivo envia dados e o outro recebe.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Por que usar o UART?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UART é muito útil para enviar e receber dados simples, como mensagens de texto entre o microcontrolador e um computador ou outro microcontrolador.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Como o UART funciona?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Ele utiliza dois fios: um para transmitir (TX) e outro para receber (RX), e a comunicação é feita de forma assíncrona, ou seja, sem a necessidade de sincronização constante entre os dispositivos.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Exemplo prático com o Raspberry Pi Pico: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Copiar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machine import UART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Inicializa o UART no Raspberry Pi Pico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 = UART(0, baudrate=9600, tx=Pin(0), rx=Pin(1))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Envia uma mensagem via UART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uart.write('Olá, UART!\n')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Lê a resposta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uart.any():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print(uart.read())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acontece no código: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UART(0, baudrate=9600): Inicializa a comunicação UART com uma taxa de 9600 bauds.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uart.write('Olá, UART!'): Envia uma mensagem via UART.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uart.read(): Lê os dados recebidos via UART.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5561c78892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561c7889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5561c78892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561c7889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1. 🌡️ ADC (Conversor Analógico-Digital)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é o ADC?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ADC (Conversor Analógico-Digital) é um componente que converte sinais analógicos (como de um sensor de temperatura, por exemplo) para sinais digitais, que o microcontrolador pode processar. Ele pega uma variação de voltagem (sinal analógico) e converte para um valor numérico (digital), geralmente no formato de 0 a 65535.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Por que o ADC é importante?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Sensores analógicos (como o sensor de temperatura ou um potenciômetro) produzem sinais que variam de forma contínua. O microcontrolador só consegue entender valores digitais, então o ADC converte esses valores para que o microcontrolador consiga ler e tomar decisões com base nessas medições.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Exemplo prático com o Raspberry Pi Pico: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Aqui, vamos ler o valor de um potenciômetro (que é um sensor analógico) e exibir o valor digital.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Copiar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machine import ADC, Pin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O pino 26 do Raspberry Pi Pico será usado para a leitura analógica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sensor = ADC(Pin(26))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Lê o valor analógico do sensor (0 a 65535)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valor = sensor.read_u16()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Exibe o valor lido no terminal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print("Valor do sensor:", valor)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acontece no código: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ADC(Pin(26)): O pino 26 é configurado para leitura analógica.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sensor.read_u16(): Faz a leitura do valor digital, retornando um valor entre 0 e 65535 (quanto maior o valor, maior a voltagem).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5561c78892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561c7889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⚡ SPI (Comunicação Serial Rápida)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é o SPI?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 (Serial Peripheral Interface) é um protocolo de comunicação rápido usado para conectar o microcontrolador com dispositivos externos como sensores, displays e cartões SD. Ele é mais rápido que a UART e I2C, tornando-o ideal para situações que exigem transferência de dados em alta velocidade.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Por que usar SPI?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SPI é perfeito para comunicação em tempo real com dispositivos que precisam enviar ou receber grandes quantidades de dados rapidamente, como em displays gráficos ou sensores de alta taxa de atualização.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Como o SPI funciona?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SPI utiliza 4 fios para a comunicação: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MOSI (Master Out Slave In): Dados enviados do microcontrolador para o dispositivo.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MISO (Master In Slave Out): Dados recebidos pelo microcontrolador.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SCK (Serial Clock): Linha de relógio que sincroniza a transferência de dados.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CS (Chip Select): Seleciona o dispositivo com o qual o microcontrolador vai se comunicar.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Exemplo prático com o Raspberry Pi Pico: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Copiar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machine import Pin, SPI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Inicializando a comunicação SPI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 = SPI(1, baudrate=1000000, polarity=0, phase=0, sck=Pin(18), mosi=Pin(19), miso=Pin(16))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Envia um dado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spi.write(b'Hello')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Recebe um dado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received_data = spi.read(5)  # Lê 5 bytes do dispositivo SPI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print(received_data)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acontece no código: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SPI(1): Configura o SPI no canal 1 com pinos específicos para SCK, MOSI, e MISO.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spi.write(b'Hello'): Envia a string 'Hello' para o dispositivo SPI.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spi.read(5): Lê 5 bytes de dados enviados do dispositivo SPI.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5561c78892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561c7889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3. 🔗 I2C (Comunicação em Barramento)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é o I2C?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I2C (Inter-Integrated Circuit) é um protocolo de comunicação utilizado para conectar vários dispositivos em um único barramento, utilizando apenas dois fios: um para os dados (SDA) e outro para o relógio (SCL).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Por que usar I2C?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I2C é ideal para situações onde você precisa conectar múltiplos dispositivos (como sensores, displays e outros periféricos) sem ocupar muitos pinos no microcontrolador, já que ele só utiliza dois fios para toda a comunicação.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Como o I2C funciona?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Múltiplos dispositivos podem ser conectados ao barramento I2C, e cada dispositivo é identificado por um endereço único. Isso permite a comunicação entre o microcontrolador e vários dispositivos sem a necessidade de pinos dedicados para cada 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Exemplo prático com o Raspberry Pi Pico: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Copiar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machine import Pin, I2C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Inicializando a comunicação I2C no Raspberry Pi Pico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i2c = I2C(0, scl=Pin(17), sda=Pin(16), freq=400000)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Escaneia os dispositivos conectados no barramento I2C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devices = i2c.scan()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print("Dispositivos encontrados:", devices)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acontece no código: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I2C(0, scl=Pin(17), sda=Pin(16)): Configura os pinos SCL e SDA para comunicação I2C.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i2c.scan(): Realiza uma busca por dispositivos conectados ao barramento I2C.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5561c78892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561c7889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4. ⚙️ System Control (Controle do Sistema)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é o System Control?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Os pinos de controle do sistema são usados para funções específicas como resetar o microcontrolador, colocar em modo de baixo consumo de energia ou iniciar o processo de boot. Esses pinos são essenciais para controlar o funcionamento do Raspberry Pi Pico e garantir que ele inicie corretamente.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Exemplo prático com o Raspberry Pi Pico: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pino RUN pode ser usado para reiniciar o Raspberry Pi Pico. Ele é um pino importante para controle de fluxo de energia e reset.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Copiar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machine import Pin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Configura o pino de reset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reset_pin = Pin(21, Pin.OUT)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reset_pin.value(1)  # Ativa o reset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reset_pin.value(0)  # Desativa o reset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5561c78892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561c7889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5. 🚲 Debugging (Depuração)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que é Debugging?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Debugging é o processo de encontrar e corrigir erros no código. O Raspberry Pi Pico oferece pinos específicos para monitorar o funcionamento do código em tempo real, permitindo identificar falhas e depurar o sistema durante o desenvolvimento.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Como funciona?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Os pinos de depuração são conectados a ferramentas externas que permitem monitorar os estados internos do código e dos periféricos, identificando falhas na execução.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Exemplo prático: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 código, você pode usar ferramentas de depuração como o print() ou até conectar o Pico a um depurador JTAG para monitorar o estado dos pinos.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5561c78892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hyperlink" Target="https://micropython.org/download/rp2-pico/" TargetMode="External"/><Relationship Id="rId6" Type="http://schemas.openxmlformats.org/officeDocument/2006/relationships/hyperlink" Target="https://www.youtube.com/watch?v=qYqUJC9z2_E" TargetMode="External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hyperlink" Target="https://wokwi.com/pi-pico" TargetMode="External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98110" y="4556700"/>
            <a:ext cx="9691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b6bb2bfc_0_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b6bb2bfc_0_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b6bb2bfc_0_1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b6bb2bfc_0_1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b6bb2bfc_0_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b6bb2bfc_0_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b6bb2bfc_0_1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Raspberry Pi Pico </a:t>
            </a: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2020 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56b6bb2bfc_0_12"/>
          <p:cNvSpPr txBox="1"/>
          <p:nvPr/>
        </p:nvSpPr>
        <p:spPr>
          <a:xfrm>
            <a:off x="1685075" y="3542153"/>
            <a:ext cx="14443800" cy="6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- 2 núcleos ARM Cortex-M0+ a até 133 MHz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- 264 KB de RAM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- 2 MB de memória flash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- 26 pinos GPIO (entrada/saída digitais e analógicas)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Comunicação via USB, UART, I2C, SPI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Temporizadores, PWM, ADC, watchdog, PIO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Pode ser programado em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C/C++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ou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MicroPython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, que é uma versão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enxuta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Python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feita para microcontroladores.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b6bb2bfc_0_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b6bb2bfc_0_1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6b6bb2bfc_0_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56b6bb2bfc_0_2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56b6bb2bfc_0_2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56b6bb2bfc_0_2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56b6bb2bfc_0_2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56b6bb2bfc_0_2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56b6bb2bfc_0_25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Instalação do MicroPython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56b6bb2bfc_0_25"/>
          <p:cNvSpPr txBox="1"/>
          <p:nvPr/>
        </p:nvSpPr>
        <p:spPr>
          <a:xfrm>
            <a:off x="1685075" y="3542153"/>
            <a:ext cx="14443800" cy="56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Baixe o firmware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MicroPython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no site oficial: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https://micropython.org/download/rp2-pico/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Coloque o Pico no modo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BOOTSEL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(segure o botão BOOTSEL e conecte via USB)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Copie 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arquivo .uf2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para a unidade montada (como um pendrive)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TUTORIAL: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https://www.youtube.com/watch?v=qYqUJC9z2_E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56b6bb2bfc_0_2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56b6bb2bfc_0_25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6b6bb2bfc_0_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56b6bb2bfc_0_3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56b6bb2bfc_0_3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56b6bb2bfc_0_3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5" name="Google Shape;125;g356b6bb2bfc_0_3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56b6bb2bfc_0_3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56b6bb2bfc_0_38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Programas recomendados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56b6bb2bfc_0_38"/>
          <p:cNvSpPr txBox="1"/>
          <p:nvPr/>
        </p:nvSpPr>
        <p:spPr>
          <a:xfrm>
            <a:off x="1685075" y="3542153"/>
            <a:ext cx="144438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Thonny IDE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(já com suporte ao MicroPython)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Mu Editor,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Visual Studio Code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(com extensões)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Terminal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REPL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da placa para testes rápidos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56b6bb2bfc_0_3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56b6bb2bfc_0_3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6b6bb2bfc_0_6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56b6bb2bfc_0_6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56b6bb2bfc_0_6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56b6bb2bfc_0_6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9" name="Google Shape;139;g356b6bb2bfc_0_6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56b6bb2bfc_0_6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56b6bb2bfc_0_6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Simulador online: WOKWI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g356b6bb2bfc_0_64"/>
          <p:cNvSpPr txBox="1"/>
          <p:nvPr/>
        </p:nvSpPr>
        <p:spPr>
          <a:xfrm>
            <a:off x="1685075" y="3542153"/>
            <a:ext cx="144438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Em nossas aulas vamos usar o simulador online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WOKWI.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https://wokwi.com/pi-pico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56b6bb2bfc_0_6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56b6bb2bfc_0_6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6b6bb2bfc_0_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56b6bb2bfc_0_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56b6bb2bfc_0_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g356b6bb2bfc_0_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56b6bb2bfc_0_2"/>
          <p:cNvSpPr txBox="1"/>
          <p:nvPr/>
        </p:nvSpPr>
        <p:spPr>
          <a:xfrm>
            <a:off x="2043299" y="1189050"/>
            <a:ext cx="16244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56b6bb2bfc_0_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g356b6bb2bfc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9950" y="2276689"/>
            <a:ext cx="11352200" cy="790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94324d29f_0_1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494324d29f_0_1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494324d29f_0_1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" name="Google Shape;163;g3494324d29f_0_1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4" name="Google Shape;164;g3494324d29f_0_1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494324d29f_0_1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494324d29f_0_158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g3494324d29f_0_158"/>
          <p:cNvSpPr txBox="1"/>
          <p:nvPr/>
        </p:nvSpPr>
        <p:spPr>
          <a:xfrm>
            <a:off x="1685075" y="3313553"/>
            <a:ext cx="14443800" cy="6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🔴 Power (Alimentação de Energia)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⚫ Ground (Terra / GND)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🟪 UART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🟩 GPIO, PWM e PIO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🟩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ADC (Analog to Digital Converter)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🔵 SPI (Serial Peripheral Interface)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🟦 I2C (Inter-Integrated Circuit)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🟨 System Control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🟧 Debugging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g3494324d29f_0_1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494324d29f_0_15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561c78892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5561c78892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5561c78892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" name="Google Shape;177;g35561c78892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8" name="Google Shape;178;g35561c78892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35561c78892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g35561c78892_0_0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g35561c78892_0_0"/>
          <p:cNvSpPr txBox="1"/>
          <p:nvPr/>
        </p:nvSpPr>
        <p:spPr>
          <a:xfrm>
            <a:off x="1685075" y="3313550"/>
            <a:ext cx="152859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🔴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Power (Alimentação de Energia)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Pinos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responsáveis por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fornecer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ou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receber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energia elétrica.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VBUS: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Alimentação vinda da porta USB (geralmente 5V).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VSYS: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Sistema de alimentação geral da placa. Pode vir da USB ou de outra fonte.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3V3: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Saída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 3,3 volts estabilizados (alimentação para sensores, por exemplo).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3V3_EN: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Pino que ativa/desativa a saída 3V3 — pode ser usado para desligar periféricos.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5561c78892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5561c78892_0_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561c78892_0_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5561c78892_0_1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g35561c78892_0_1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1" name="Google Shape;191;g35561c78892_0_1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2" name="Google Shape;192;g35561c78892_0_1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g35561c78892_0_1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g35561c78892_0_18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5561c78892_0_18"/>
          <p:cNvSpPr txBox="1"/>
          <p:nvPr/>
        </p:nvSpPr>
        <p:spPr>
          <a:xfrm>
            <a:off x="1685075" y="3313553"/>
            <a:ext cx="14443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⚫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Ground (Terra / GND)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Pinos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referência elétrica.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Tudo que funciona com energia precisa estar ligado a um GND (Ground = Terra).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“pólo negativo”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que fecha o circuito.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g35561c78892_0_1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5561c78892_0_1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561c78892_0_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5561c78892_0_3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5561c78892_0_3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5" name="Google Shape;205;g35561c78892_0_3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6" name="Google Shape;206;g35561c78892_0_3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5561c78892_0_3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g35561c78892_0_33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g35561c78892_0_33"/>
          <p:cNvSpPr txBox="1"/>
          <p:nvPr/>
        </p:nvSpPr>
        <p:spPr>
          <a:xfrm>
            <a:off x="1685075" y="3313550"/>
            <a:ext cx="15303300" cy="7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🟪 UART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Comunicação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serial assíncrona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ou seja,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 necessidade de um sinal de controle externo para sincronizar a troca de dados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dispositivos só precisam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concordar na mesma velocidade de comunicação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(chamada de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baud rate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UART (Universal Asynchronous Receiver-Transmitter)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Transmissor-Receptor Assíncrono Universal.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TX (Transmit)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Envia dados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RX (Receive)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Recebe dados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para comunicação com computadores, módulos Bluetooth, GPS, etc.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5561c78892_0_3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5561c78892_0_33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561c78892_0_5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5561c78892_0_5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g35561c78892_0_5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9" name="Google Shape;219;g35561c78892_0_5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20" name="Google Shape;220;g35561c78892_0_5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g35561c78892_0_5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g35561c78892_0_52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g35561c78892_0_52"/>
          <p:cNvSpPr txBox="1"/>
          <p:nvPr/>
        </p:nvSpPr>
        <p:spPr>
          <a:xfrm>
            <a:off x="1685075" y="3313550"/>
            <a:ext cx="15303300" cy="6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🟩 GPIO, PWM e PIO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GPIO (General Purpose Input/Output)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Pinos de uso geral para entrada ou saída digital.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PWM (Pulse Width Modulation)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Modulação por largura de pulso, usada para simular variação de energia em dispositivos como LEDs e motores (ex.: fazer um LED piscar com intensidade).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PIO (Programmable I/O)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Entrada/Saída programável — permite criar novos tipos de comunicação controlados pelo usuário, útil para protocolos personalizados.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Esses pinos podem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mudar de função dependendo do código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você carregar.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g35561c78892_0_5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5561c78892_0_5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561c78892_0_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5561c78892_0_6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g35561c78892_0_6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3" name="Google Shape;233;g35561c78892_0_6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4" name="Google Shape;234;g35561c78892_0_6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5561c78892_0_6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g35561c78892_0_66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g35561c78892_0_66"/>
          <p:cNvSpPr txBox="1"/>
          <p:nvPr/>
        </p:nvSpPr>
        <p:spPr>
          <a:xfrm>
            <a:off x="1685075" y="3313550"/>
            <a:ext cx="153033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🟩 (tom mais claro) ADC (Analog to Digital Converter)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Conversor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Analógico-Digital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Permite ler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sinais variáveis (como tensão de 0 a 3,3V)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convertê-los em valores numéricos que o programa entende.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leitura de sensores de temperatura, luminosidade ou potenciômetros.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Pico, os pinos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ADC0, ADC1 e ADC2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são exclusivos para isso.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g35561c78892_0_6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5561c78892_0_6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561c78892_0_8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5561c78892_0_8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g35561c78892_0_8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g35561c78892_0_8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48" name="Google Shape;248;g35561c78892_0_8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5561c78892_0_8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35561c78892_0_80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g35561c78892_0_80"/>
          <p:cNvSpPr txBox="1"/>
          <p:nvPr/>
        </p:nvSpPr>
        <p:spPr>
          <a:xfrm>
            <a:off x="1685075" y="3313550"/>
            <a:ext cx="15303300" cy="6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🔵 SPI (Serial Peripheral Interface)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Protocolo de comunicação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serial síncrona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ou seja,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 um sinal de relógio (clock) para controlar o momento exato em que os dados são enviados e recebidos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Essa sincronia permite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maior velocidade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transmissão confiável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entre dispositivos.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Pinos: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MOSI (Master Out Slave In)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Pico envia dados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MISO (Master In Slave Out)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Pico recebe dados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SCK (Serial Clock)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Pulso de relógio que sincroniza os dados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 (Chip Select)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Escolhe o dispositivo que vai se comunicar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com displays, sensores, cartões SD etc.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g35561c78892_0_8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5561c78892_0_8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561c78892_0_9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5561c78892_0_9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g35561c78892_0_9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1" name="Google Shape;261;g35561c78892_0_9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62" name="Google Shape;262;g35561c78892_0_9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g35561c78892_0_9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g35561c78892_0_95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g35561c78892_0_95"/>
          <p:cNvSpPr txBox="1"/>
          <p:nvPr/>
        </p:nvSpPr>
        <p:spPr>
          <a:xfrm>
            <a:off x="1685075" y="3313550"/>
            <a:ext cx="153033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🟦 I2C (Inter-Integrated Circuit)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Também é um protocolo de comunicação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serial síncrona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ou seja,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 um pulso de relógio para coordenar o envio de dados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mas com uma vantagem: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apenas 2 fios para se comunicar com vários dispositivos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SDA (Serial Data Line)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Fio por onde os dados circulam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SCL (Serial Clock Line)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Fio que envia o sinal de tempo para organizar a comunicação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Muito usado com sensores e módulos simples, como displays OLED ou sensores de temperatura.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g35561c78892_0_9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5561c78892_0_95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561c78892_0_1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5561c78892_0_12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g35561c78892_0_12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5" name="Google Shape;275;g35561c78892_0_12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76" name="Google Shape;276;g35561c78892_0_12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g35561c78892_0_12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g35561c78892_0_122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g35561c78892_0_122"/>
          <p:cNvSpPr txBox="1"/>
          <p:nvPr/>
        </p:nvSpPr>
        <p:spPr>
          <a:xfrm>
            <a:off x="1685075" y="3313550"/>
            <a:ext cx="15303300" cy="45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🟨 System Control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Pinos usados para controle do sistema: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Reinicia o microcontrolador (reset)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BOOTSEL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Usado para colocar a placa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modo de gravação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(por exemplo, ao segurar o botão e conectar ao USB para carregar firmware).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g35561c78892_0_12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5561c78892_0_12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561c78892_0_1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5561c78892_0_13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35561c78892_0_13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9" name="Google Shape;289;g35561c78892_0_13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90" name="Google Shape;290;g35561c78892_0_13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g35561c78892_0_13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g35561c78892_0_136"/>
          <p:cNvSpPr txBox="1"/>
          <p:nvPr/>
        </p:nvSpPr>
        <p:spPr>
          <a:xfrm>
            <a:off x="2043300" y="1189050"/>
            <a:ext cx="1236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Placa Pi Pico 2020  - cores/pinos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g35561c78892_0_136"/>
          <p:cNvSpPr txBox="1"/>
          <p:nvPr/>
        </p:nvSpPr>
        <p:spPr>
          <a:xfrm>
            <a:off x="1685075" y="3313550"/>
            <a:ext cx="15303300" cy="4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🟧 Debugging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Pinos usados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depuração (debug)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código, geralmente por programadores avançados.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Permitem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analisar e controlar o que está acontecendo dentro da placa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passo a passo.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Interface padrão: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SWD (Serial Wire Debug)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g35561c78892_0_13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5561c78892_0_13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3" name="Google Shape;303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04" name="Google Shape;304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g3494324d29f_0_182"/>
          <p:cNvSpPr txBox="1"/>
          <p:nvPr/>
        </p:nvSpPr>
        <p:spPr>
          <a:xfrm>
            <a:off x="1685075" y="3542150"/>
            <a:ext cx="150633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Raspberry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Pico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Placa microcontroladora com pinos para entrada, saída e controle de sinais.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GPIO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Pinos digitais (entrada ou saída).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ADC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Entrada analógica (conversão para número).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PWM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Saída com controle de intensidade (LEDs, buzzer).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UART / SPI / I2C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Comunicação com outros dispositivos.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494324d29f_0_18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7" name="Google Shape;317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18" name="Google Shape;318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g3494324d29f_0_343"/>
          <p:cNvSpPr txBox="1"/>
          <p:nvPr/>
        </p:nvSpPr>
        <p:spPr>
          <a:xfrm>
            <a:off x="1685075" y="3542150"/>
            <a:ext cx="150027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RASPBERRY PI FOUNDATION.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Raspberry Pi Pico Documentation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Cambridge, UK: Raspberry Pi Ltd., 2023. Disponível em: https://www.raspberrypi.com/documentation/microcontrollers/pico.html. Acesso em: 3 maio 2025.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494324d29f_0_343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RASPBERRY PI PICO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32" name="Google Shape;332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35" name="Google Shape;335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38" name="Google Shape;338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41" name="Google Shape;341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43" name="Google Shape;343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45" name="Google Shape;3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