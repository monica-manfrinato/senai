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Poppi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i3nzHKWHdyT6vnQyee9JOD27Ff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oppins-regular.fntdata"/><Relationship Id="rId21" Type="http://schemas.openxmlformats.org/officeDocument/2006/relationships/slide" Target="slides/slide16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6fcbf3874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56fcbf3874_0_3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90f884fe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590f884fee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90f884f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590f884fe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90f884fe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590f884fee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90f884fe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590f884fee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90f884fe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3590f884fee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90f884fee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g3590f884fee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94324d29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494324d29f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590f884fee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g3590f884fee_0_2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90f884fee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g3590f884fee_0_2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590f884fee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g3590f884fee_0_2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590f884fee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g3590f884fee_0_2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590f884fee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" name="Google Shape;285;g3590f884fee_0_3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494324d29f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g3494324d29f_0_3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hyperlink" Target="https://wokwi.com/projects/431043437132997633" TargetMode="External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374310" y="4480500"/>
            <a:ext cx="9691800" cy="23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ULTRASSÔNICO HC-SR04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77797" y="1499350"/>
            <a:ext cx="63324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6fcbf3874_0_33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56fcbf3874_0_33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g356fcbf3874_0_33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g356fcbf3874_0_339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7" name="Google Shape;97;g356fcbf3874_0_33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g356fcbf3874_0_33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g356fcbf3874_0_339"/>
          <p:cNvSpPr txBox="1"/>
          <p:nvPr/>
        </p:nvSpPr>
        <p:spPr>
          <a:xfrm>
            <a:off x="2043300" y="11128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que é?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g356fcbf3874_0_339"/>
          <p:cNvSpPr txBox="1"/>
          <p:nvPr/>
        </p:nvSpPr>
        <p:spPr>
          <a:xfrm>
            <a:off x="1685075" y="3542150"/>
            <a:ext cx="15405300" cy="21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Sensor Ultrassônico HC-SR04 é um dispositivo que mede distâncias utilizando ondas de som ultrassônicas.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Ele emite um pulso sonoro e mede o tempo que leva para o eco voltar, permitindo calcular a distância até objetos.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É muito usado em projetos de robótica, automação e alarmes de proximidade.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g356fcbf3874_0_33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56fcbf3874_0_339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ULTRASSÔNICO HC-SR04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g356fcbf3874_0_339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g356fcbf3874_0_339"/>
          <p:cNvPicPr preferRelativeResize="0"/>
          <p:nvPr/>
        </p:nvPicPr>
        <p:blipFill rotWithShape="1">
          <a:blip r:embed="rId6">
            <a:alphaModFix/>
          </a:blip>
          <a:srcRect b="17245" l="5891" r="4018" t="27953"/>
          <a:stretch/>
        </p:blipFill>
        <p:spPr>
          <a:xfrm>
            <a:off x="5249863" y="6217925"/>
            <a:ext cx="5956775" cy="362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90f884fee_0_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590f884fee_0_1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g3590f884fee_0_15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g3590f884fee_0_15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13" name="Google Shape;113;g3590f884fee_0_1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g3590f884fee_0_1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g3590f884fee_0_15"/>
          <p:cNvSpPr txBox="1"/>
          <p:nvPr/>
        </p:nvSpPr>
        <p:spPr>
          <a:xfrm>
            <a:off x="2043300" y="11128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que é preciso para ligar?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g3590f884fee_0_15"/>
          <p:cNvSpPr txBox="1"/>
          <p:nvPr/>
        </p:nvSpPr>
        <p:spPr>
          <a:xfrm>
            <a:off x="1685075" y="3542150"/>
            <a:ext cx="15405300" cy="6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Componentes necessários: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Sensor Ultrassônico HC-SR04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Resistor 1kΩ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Resistor 2kΩ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Protoboard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Fios jumper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Portas usadas: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TRIG: GPIO (ex.: GP2)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ECHO: GPIO (ex.: GP3)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(O resistor divisor é usado no ECHO para proteger a entrada da Pico!)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Bibliotecas necessárias: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machine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utime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g3590f884fee_0_1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590f884fee_0_15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ULTRASSÔNICO HC-SR04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" name="Google Shape;119;g3590f884fee_0_15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90f884fee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590f884fee_0_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g3590f884fee_0_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7" name="Google Shape;127;g3590f884fee_0_0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28" name="Google Shape;128;g3590f884fee_0_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g3590f884fee_0_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g3590f884fee_0_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590f884fee_0_0"/>
          <p:cNvSpPr txBox="1"/>
          <p:nvPr/>
        </p:nvSpPr>
        <p:spPr>
          <a:xfrm>
            <a:off x="2043300" y="1112850"/>
            <a:ext cx="1504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Conexão com o RASPBERRY PI PICO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g3590f884fee_0_0"/>
          <p:cNvSpPr txBox="1"/>
          <p:nvPr/>
        </p:nvSpPr>
        <p:spPr>
          <a:xfrm>
            <a:off x="1685075" y="3542150"/>
            <a:ext cx="154053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VCC do HC-SR04 → 5V da Pico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GND do HC-SR04 → GND da Pico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TRIG do HC-SR04 → GP2 da Pico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ECHO do HC-SR04 → Divisor de tensão (1kΩ + 2kΩ) → GP3 da Pico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3" name="Google Shape;133;g3590f884fee_0_0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ULTRASSÔNICO HC-SR04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" name="Google Shape;134;g3590f884fee_0_0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g3590f884fee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95699" y="5449400"/>
            <a:ext cx="13582678" cy="446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90f884fee_0_3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590f884fee_0_3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g3590f884fee_0_3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3" name="Google Shape;143;g3590f884fee_0_30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44" name="Google Shape;144;g3590f884fee_0_3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g3590f884fee_0_3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g3590f884fee_0_30"/>
          <p:cNvSpPr txBox="1"/>
          <p:nvPr/>
        </p:nvSpPr>
        <p:spPr>
          <a:xfrm>
            <a:off x="2043300" y="11128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Testando o Sensor 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HC-SR04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g3590f884fee_0_30"/>
          <p:cNvSpPr txBox="1"/>
          <p:nvPr/>
        </p:nvSpPr>
        <p:spPr>
          <a:xfrm>
            <a:off x="1685075" y="3542150"/>
            <a:ext cx="15405300" cy="6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highlight>
                  <a:srgbClr val="FFFFFE"/>
                </a:highlight>
                <a:latin typeface="Poppins"/>
                <a:ea typeface="Poppins"/>
                <a:cs typeface="Poppins"/>
                <a:sym typeface="Poppins"/>
              </a:rPr>
              <a:t>Link de acesso </a:t>
            </a:r>
            <a:r>
              <a:rPr lang="en-US" sz="2400">
                <a:solidFill>
                  <a:schemeClr val="dk1"/>
                </a:solidFill>
                <a:highlight>
                  <a:srgbClr val="FFFFFE"/>
                </a:highlight>
                <a:latin typeface="Poppins"/>
                <a:ea typeface="Poppins"/>
                <a:cs typeface="Poppins"/>
                <a:sym typeface="Poppins"/>
              </a:rPr>
              <a:t>ao Programa Teste no </a:t>
            </a:r>
            <a:r>
              <a:rPr b="1" lang="en-US" sz="2400">
                <a:solidFill>
                  <a:schemeClr val="dk1"/>
                </a:solidFill>
                <a:highlight>
                  <a:srgbClr val="FFFFFE"/>
                </a:highlight>
                <a:latin typeface="Poppins"/>
                <a:ea typeface="Poppins"/>
                <a:cs typeface="Poppins"/>
                <a:sym typeface="Poppins"/>
              </a:rPr>
              <a:t>WOKWI</a:t>
            </a:r>
            <a:r>
              <a:rPr lang="en-US" sz="2400">
                <a:solidFill>
                  <a:schemeClr val="dk1"/>
                </a:solidFill>
                <a:highlight>
                  <a:srgbClr val="FFFFFE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sz="2400">
              <a:solidFill>
                <a:schemeClr val="dk1"/>
              </a:solidFill>
              <a:highlight>
                <a:srgbClr val="FFFFFE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highlight>
                <a:srgbClr val="FFFFFE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u="sng">
                <a:solidFill>
                  <a:schemeClr val="hlink"/>
                </a:solidFill>
                <a:highlight>
                  <a:srgbClr val="FFFFFE"/>
                </a:highlight>
                <a:latin typeface="Poppins"/>
                <a:ea typeface="Poppins"/>
                <a:cs typeface="Poppins"/>
                <a:sym typeface="Poppins"/>
                <a:hlinkClick r:id="rId5"/>
              </a:rPr>
              <a:t>https://wokwi.com/projects/431043437132997633</a:t>
            </a:r>
            <a:endParaRPr sz="2400">
              <a:solidFill>
                <a:schemeClr val="dk1"/>
              </a:solidFill>
              <a:highlight>
                <a:srgbClr val="FFFFFE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highlight>
                <a:srgbClr val="FFFFFE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Explicação dos principais comandos novos: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trig.low()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trig.high()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controlam o pulso de disparo.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ticks_us()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mede o tempo em microssegundos.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ticks_diff(end, start)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calcula a diferença de tempo.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fórmula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tempo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*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velocidade do som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 / 2 calcula a distância.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highlight>
                <a:srgbClr val="FFFFFE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8000"/>
              </a:solidFill>
              <a:highlight>
                <a:srgbClr val="FFFFFE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8" name="Google Shape;148;g3590f884fee_0_3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590f884fee_0_30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ULTRASSÔNICO HC-SR04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90f884fee_0_4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590f884fee_0_4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g3590f884fee_0_4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7" name="Google Shape;157;g3590f884fee_0_4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58" name="Google Shape;158;g3590f884fee_0_4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g3590f884fee_0_4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g3590f884fee_0_44"/>
          <p:cNvSpPr txBox="1"/>
          <p:nvPr/>
        </p:nvSpPr>
        <p:spPr>
          <a:xfrm>
            <a:off x="2043300" y="11128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BUZZER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g3590f884fee_0_44"/>
          <p:cNvSpPr txBox="1"/>
          <p:nvPr/>
        </p:nvSpPr>
        <p:spPr>
          <a:xfrm>
            <a:off x="1685075" y="3542150"/>
            <a:ext cx="15405300" cy="12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Buzzer é um dispositivo que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emite som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quando energizado.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Existem Buzzers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passivos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(que precisam de sinal PWM) 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ativos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(basta ligar para fazer barulho).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Pode ser usado para alarmes, alertas e notificações em projetos.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" name="Google Shape;162;g3590f884fee_0_4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590f884fee_0_44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ULTRASSÔNICO HC-SR04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g3590f884fee_0_44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g3590f884fee_0_44"/>
          <p:cNvPicPr preferRelativeResize="0"/>
          <p:nvPr/>
        </p:nvPicPr>
        <p:blipFill rotWithShape="1">
          <a:blip r:embed="rId6">
            <a:alphaModFix/>
          </a:blip>
          <a:srcRect b="16032" l="23853" r="26367" t="20947"/>
          <a:stretch/>
        </p:blipFill>
        <p:spPr>
          <a:xfrm>
            <a:off x="7295244" y="5076100"/>
            <a:ext cx="3697525" cy="46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90f884fee_0_5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590f884fee_0_5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g3590f884fee_0_5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3" name="Google Shape;173;g3590f884fee_0_58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74" name="Google Shape;174;g3590f884fee_0_5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g3590f884fee_0_5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g3590f884fee_0_58"/>
          <p:cNvSpPr txBox="1"/>
          <p:nvPr/>
        </p:nvSpPr>
        <p:spPr>
          <a:xfrm>
            <a:off x="2043300" y="11128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Como ligar o 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Buzzer</a:t>
            </a: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g3590f884fee_0_58"/>
          <p:cNvSpPr txBox="1"/>
          <p:nvPr/>
        </p:nvSpPr>
        <p:spPr>
          <a:xfrm>
            <a:off x="1685075" y="3313550"/>
            <a:ext cx="15405300" cy="6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Componentes necessários: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Buzzer (ativo de preferência para simplicidade)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Resistor 330Ω (opcional para proteger o circuito)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Protoboard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Fios jumper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Portas usadas: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lado do Buzzer → GPIO (ex.: GP15)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Outro lado → GND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Bibliotecas necessárias: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machine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utime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g3590f884fee_0_5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590f884fee_0_58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ULTRASSÔNICO HC-SR04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0" name="Google Shape;180;g3590f884fee_0_58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90f884fee_0_1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590f884fee_0_11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g3590f884fee_0_11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8" name="Google Shape;188;g3590f884fee_0_11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89" name="Google Shape;189;g3590f884fee_0_11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g3590f884fee_0_11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g3590f884fee_0_112"/>
          <p:cNvSpPr txBox="1"/>
          <p:nvPr/>
        </p:nvSpPr>
        <p:spPr>
          <a:xfrm>
            <a:off x="2043300" y="1112850"/>
            <a:ext cx="123699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Conexão com o RASPBERRY PI PICO (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BUZZER</a:t>
            </a: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2" name="Google Shape;192;g3590f884fee_0_112"/>
          <p:cNvSpPr txBox="1"/>
          <p:nvPr/>
        </p:nvSpPr>
        <p:spPr>
          <a:xfrm>
            <a:off x="1685075" y="3313550"/>
            <a:ext cx="15405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terminal do Buzzer → GP15 (via resistor opcional)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Outro terminal → GND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g3590f884fee_0_11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590f884fee_0_112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ULTRASSÔNICO HC-SR04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5" name="Google Shape;195;g3590f884fee_0_112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g3590f884fee_0_1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39250" y="4322659"/>
            <a:ext cx="9209509" cy="580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494324d29f_0_18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494324d29f_0_18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g3494324d29f_0_18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4" name="Google Shape;204;g3494324d29f_0_18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05" name="Google Shape;205;g3494324d29f_0_18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g3494324d29f_0_18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g3494324d29f_0_182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Resumo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g3494324d29f_0_182"/>
          <p:cNvSpPr txBox="1"/>
          <p:nvPr/>
        </p:nvSpPr>
        <p:spPr>
          <a:xfrm>
            <a:off x="1456475" y="3313550"/>
            <a:ext cx="15614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✅ HC-SR04 =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Sensor que mede distância usando ondas ultrassônicas.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✅ Buzzer =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Atuador sonoro que emite alertas audíveis.</a:t>
            </a:r>
            <a:endParaRPr b="0" i="0" sz="2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9" name="Google Shape;209;g3494324d29f_0_18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494324d29f_0_182"/>
          <p:cNvSpPr txBox="1"/>
          <p:nvPr/>
        </p:nvSpPr>
        <p:spPr>
          <a:xfrm>
            <a:off x="2043303" y="962025"/>
            <a:ext cx="446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ULTRASSÔNICO HC-SR04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90f884fee_0_245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590f884fee_0_245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g3590f884fee_0_245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g3590f884fee_0_245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590f884fee_0_245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590f884fee_0_24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" name="Google Shape;221;g3590f884fee_0_245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22" name="Google Shape;222;g3590f884fee_0_24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g3590f884fee_0_24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g3590f884fee_0_245"/>
          <p:cNvSpPr txBox="1"/>
          <p:nvPr/>
        </p:nvSpPr>
        <p:spPr>
          <a:xfrm>
            <a:off x="3611472" y="2570775"/>
            <a:ext cx="1400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8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 1 – </a:t>
            </a: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Medir distância e mostrar em tela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5" name="Google Shape;225;g3590f884fee_0_245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590f884fee_0_245"/>
          <p:cNvSpPr txBox="1"/>
          <p:nvPr/>
        </p:nvSpPr>
        <p:spPr>
          <a:xfrm>
            <a:off x="3611450" y="2996700"/>
            <a:ext cx="1440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Objetivo: </a:t>
            </a: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Testar o sensor HC-SR04 mostrando a distância no console.</a:t>
            </a:r>
            <a:endParaRPr b="0" i="0" sz="2400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" name="Google Shape;227;g3590f884fee_0_245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ULTRASSÔNICO HC-SR04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" name="Google Shape;228;g3590f884fee_0_245"/>
          <p:cNvSpPr txBox="1"/>
          <p:nvPr/>
        </p:nvSpPr>
        <p:spPr>
          <a:xfrm>
            <a:off x="3611475" y="3879700"/>
            <a:ext cx="144762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Materiais: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Sensor HC-SR04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Protoboard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Fios jumper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resistor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1kΩ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resistor de 2kΩ</a:t>
            </a:r>
            <a:b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Monte o circuito e mostre a distância em centímetros no console serial a cada 2 segundos.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90f884fee_0_262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590f884fee_0_262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g3590f884fee_0_262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g3590f884fee_0_262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590f884fee_0_262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590f884fee_0_26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" name="Google Shape;239;g3590f884fee_0_262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40" name="Google Shape;240;g3590f884fee_0_26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g3590f884fee_0_262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g3590f884fee_0_262"/>
          <p:cNvSpPr txBox="1"/>
          <p:nvPr/>
        </p:nvSpPr>
        <p:spPr>
          <a:xfrm>
            <a:off x="3611472" y="2570775"/>
            <a:ext cx="1400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8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 </a:t>
            </a: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2 – Acionar Buzzer se objeto próximo	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g3590f884fee_0_262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590f884fee_0_262"/>
          <p:cNvSpPr txBox="1"/>
          <p:nvPr/>
        </p:nvSpPr>
        <p:spPr>
          <a:xfrm>
            <a:off x="3611450" y="2996700"/>
            <a:ext cx="1440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Objetivo: </a:t>
            </a: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Disparar o Buzzer se a distância for menor que 20cm.</a:t>
            </a:r>
            <a:endParaRPr b="0" i="0" sz="2400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g3590f884fee_0_262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ULTRASSÔNICO HC-SR04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6" name="Google Shape;246;g3590f884fee_0_262"/>
          <p:cNvSpPr txBox="1"/>
          <p:nvPr/>
        </p:nvSpPr>
        <p:spPr>
          <a:xfrm>
            <a:off x="3611475" y="3422500"/>
            <a:ext cx="14476200" cy="5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adicionais</a:t>
            </a: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buzzer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resistor 330Ω</a:t>
            </a:r>
            <a:b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Conceitos: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Sensor DHT22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buzzer</a:t>
            </a:r>
            <a:b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Quando a distância for menor que 20cm, o Buzzer deve tocar.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90f884fee_0_279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590f884fee_0_279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g3590f884fee_0_279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g3590f884fee_0_279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590f884fee_0_279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590f884fee_0_27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7" name="Google Shape;257;g3590f884fee_0_279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58" name="Google Shape;258;g3590f884fee_0_27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g3590f884fee_0_27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g3590f884fee_0_279"/>
          <p:cNvSpPr txBox="1"/>
          <p:nvPr/>
        </p:nvSpPr>
        <p:spPr>
          <a:xfrm>
            <a:off x="3611475" y="2570775"/>
            <a:ext cx="1476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8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 </a:t>
            </a: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3 – Distância segura com LED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" name="Google Shape;261;g3590f884fee_0_279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590f884fee_0_279"/>
          <p:cNvSpPr txBox="1"/>
          <p:nvPr/>
        </p:nvSpPr>
        <p:spPr>
          <a:xfrm>
            <a:off x="3611450" y="2996700"/>
            <a:ext cx="1440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Objetivo: </a:t>
            </a: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Usar LED para indicar se há espaço livre ou bloqueado</a:t>
            </a:r>
            <a:r>
              <a:rPr b="1" i="0" lang="en-US" sz="24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2400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" name="Google Shape;263;g3590f884fee_0_279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ULTRASSÔNICO HC-SR04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" name="Google Shape;264;g3590f884fee_0_279"/>
          <p:cNvSpPr txBox="1"/>
          <p:nvPr/>
        </p:nvSpPr>
        <p:spPr>
          <a:xfrm>
            <a:off x="3611475" y="3498700"/>
            <a:ext cx="144762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adicionais: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LED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Resistor 220Ω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LED verde aceso se a distância for maior que 30cm.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LED Vermelho aceso se for menor que 30cm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90f884fee_0_296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590f884fee_0_296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g3590f884fee_0_296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g3590f884fee_0_296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590f884fee_0_296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590f884fee_0_29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5" name="Google Shape;275;g3590f884fee_0_296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76" name="Google Shape;276;g3590f884fee_0_29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g3590f884fee_0_29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8" name="Google Shape;278;g3590f884fee_0_296"/>
          <p:cNvSpPr txBox="1"/>
          <p:nvPr/>
        </p:nvSpPr>
        <p:spPr>
          <a:xfrm>
            <a:off x="3611472" y="2570775"/>
            <a:ext cx="1400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8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 </a:t>
            </a: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4 – Controle de distância com Potenciômetro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9" name="Google Shape;279;g3590f884fee_0_296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590f884fee_0_296"/>
          <p:cNvSpPr txBox="1"/>
          <p:nvPr/>
        </p:nvSpPr>
        <p:spPr>
          <a:xfrm>
            <a:off x="3611450" y="2996700"/>
            <a:ext cx="1440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Objetivo: </a:t>
            </a: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Usar o potenciômetro para definir o limite de distância do alarme.</a:t>
            </a:r>
            <a:endParaRPr b="0" i="0" sz="2400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1" name="Google Shape;281;g3590f884fee_0_296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ULTRASSÔNICO HC-SR04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2" name="Google Shape;282;g3590f884fee_0_296"/>
          <p:cNvSpPr txBox="1"/>
          <p:nvPr/>
        </p:nvSpPr>
        <p:spPr>
          <a:xfrm>
            <a:off x="3611475" y="3803500"/>
            <a:ext cx="14476200" cy="28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adicionais: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Potenciômetro 10kΩ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Valor do potenciômetro define limite (entre 10 e 50cm) para ativar o Buzzer.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90f884fee_0_313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590f884fee_0_313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g3590f884fee_0_313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g3590f884fee_0_313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590f884fee_0_313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590f884fee_0_31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" name="Google Shape;293;g3590f884fee_0_313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94" name="Google Shape;294;g3590f884fee_0_3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g3590f884fee_0_313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g3590f884fee_0_313"/>
          <p:cNvSpPr txBox="1"/>
          <p:nvPr/>
        </p:nvSpPr>
        <p:spPr>
          <a:xfrm>
            <a:off x="3611472" y="2570775"/>
            <a:ext cx="1400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8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 </a:t>
            </a: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5 – Distância + Botão de acionamento do alarme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7" name="Google Shape;297;g3590f884fee_0_313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590f884fee_0_313"/>
          <p:cNvSpPr txBox="1"/>
          <p:nvPr/>
        </p:nvSpPr>
        <p:spPr>
          <a:xfrm>
            <a:off x="3611450" y="2996700"/>
            <a:ext cx="1440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Objetivo: </a:t>
            </a: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Só acionar Buzzer se o objeto estiver próximo E se alarme for acionado pelo botão</a:t>
            </a:r>
            <a:endParaRPr b="0" i="0" sz="2400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9" name="Google Shape;299;g3590f884fee_0_313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ULTRASSÔNICO HC-SR04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0" name="Google Shape;300;g3590f884fee_0_313"/>
          <p:cNvSpPr txBox="1"/>
          <p:nvPr/>
        </p:nvSpPr>
        <p:spPr>
          <a:xfrm>
            <a:off x="3611475" y="3574900"/>
            <a:ext cx="144762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adicionais: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Push Button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Resistor 10kΩ</a:t>
            </a:r>
            <a:b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distância &lt; 20cm e alarme acionado (pelo botão), acione o Buzzer.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494324d29f_0_3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494324d29f_0_34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g3494324d29f_0_34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8" name="Google Shape;308;g3494324d29f_0_34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09" name="Google Shape;309;g3494324d29f_0_34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g3494324d29f_0_34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1" name="Google Shape;311;g3494324d29f_0_343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2" name="Google Shape;312;g3494324d29f_0_343"/>
          <p:cNvSpPr txBox="1"/>
          <p:nvPr/>
        </p:nvSpPr>
        <p:spPr>
          <a:xfrm>
            <a:off x="1685075" y="3542150"/>
            <a:ext cx="15307500" cy="77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RASPBERRY PI FOUNDATION.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Raspberry Pi Pico Documentation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Cambridge, UK: Raspberry Pi Ltd., 2023. Disponível em: https://www.raspberrypi.com/documentation/microcontrollers/pico.html. Acesso em: 3 maio 2025.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BARENDSE, Ben.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Exploring Raspberry Pi Pico with MicroPython: A Hands-on Guide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1. ed. Independently published, 2022.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HC-SR04 Datasheet.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MicroPython Documentation: https://docs.micropython.org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Wokwi Simulations: https://wokwi.com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Buzzer Modules Datasheet.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3" name="Google Shape;313;g3494324d29f_0_34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494324d29f_0_343"/>
          <p:cNvSpPr txBox="1"/>
          <p:nvPr/>
        </p:nvSpPr>
        <p:spPr>
          <a:xfrm>
            <a:off x="2043305" y="962025"/>
            <a:ext cx="559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ULTRASSÔNICO HC-SR04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2" name="Google Shape;322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323" name="Google Shape;323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4" name="Google Shape;324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5" name="Google Shape;325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326" name="Google Shape;326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8" name="Google Shape;328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329" name="Google Shape;329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1" name="Google Shape;331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332" name="Google Shape;332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34" name="Google Shape;334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5" name="Google Shape;335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336" name="Google Shape;336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" name="Google Shape;337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FOTO DA ESCOLA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