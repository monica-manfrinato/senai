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oppi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AJVLcXCbw07I+9QPj8lXM6Ob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e76fa5d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e76fa5d52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e76fa5d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4e76fa5d5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e76fa5d5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4e76fa5d52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e76fa5d5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4e76fa5d5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e76fa5d5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4e76fa5d52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e555ac9a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4e555ac9a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52801" y="4556700"/>
            <a:ext cx="171735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i="0" lang="en-US" sz="76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t/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685075" y="3465953"/>
            <a:ext cx="14443800" cy="4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Abordagem centrada no ser humano para a inovação.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Combina empatia, criatividade e racionalidade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permite criar soluções digitais que resolvem problemas reais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e76fa5d52_0_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e76fa5d52_0_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e76fa5d52_0_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e76fa5d52_0_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e76fa5d52_0_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e76fa5d52_0_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e76fa5d52_0_7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4e76fa5d52_0_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4e76fa5d52_0_7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 Do Design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4e76fa5d52_0_7"/>
          <p:cNvSpPr txBox="1"/>
          <p:nvPr/>
        </p:nvSpPr>
        <p:spPr>
          <a:xfrm>
            <a:off x="1685075" y="3465953"/>
            <a:ext cx="144438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Empatia: 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Entender profundamente as necessidades, dores e comportamentos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dos usuários.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aplicar: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Entrevistas com futuros usuários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Questionários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Observação em campo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Mapas de empatia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e76fa5d52_0_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4e76fa5d52_0_2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g34e76fa5d52_0_2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" name="Google Shape;124;g34e76fa5d52_0_2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5" name="Google Shape;125;g34e76fa5d52_0_2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4e76fa5d52_0_2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g34e76fa5d52_0_2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4e76fa5d52_0_2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4e76fa5d52_0_26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 Do Design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4e76fa5d52_0_26"/>
          <p:cNvSpPr txBox="1"/>
          <p:nvPr/>
        </p:nvSpPr>
        <p:spPr>
          <a:xfrm>
            <a:off x="1685075" y="3465953"/>
            <a:ext cx="144438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Ideação: 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Gerar máximas ideias possíveis para solucionar os problemas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detectados.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aplicar: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Sessões de brainstorming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Análise de concorrentes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Mapa mental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Priorizadores de ideias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e76fa5d52_0_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4e76fa5d52_0_4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4e76fa5d52_0_4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8" name="Google Shape;138;g34e76fa5d52_0_4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9" name="Google Shape;139;g34e76fa5d52_0_4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4e76fa5d52_0_4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4e76fa5d52_0_41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g34e76fa5d52_0_4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4e76fa5d52_0_41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 Do Design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4e76fa5d52_0_41"/>
          <p:cNvSpPr txBox="1"/>
          <p:nvPr/>
        </p:nvSpPr>
        <p:spPr>
          <a:xfrm>
            <a:off x="1685075" y="3465953"/>
            <a:ext cx="144438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Prototipação: 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uma representação visual das ideias para serem testadas com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aplicar: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Criação de wireframes (rascunhos simples)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Mockups de tela (versão com visual realista)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Protótipos interativos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e76fa5d52_0_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4e76fa5d52_0_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g34e76fa5d52_0_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" name="Google Shape;152;g34e76fa5d52_0_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3" name="Google Shape;153;g34e76fa5d52_0_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4e76fa5d52_0_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4e76fa5d52_0_56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4e76fa5d52_0_5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4e76fa5d52_0_56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 Do Design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4e76fa5d52_0_56"/>
          <p:cNvSpPr txBox="1"/>
          <p:nvPr/>
        </p:nvSpPr>
        <p:spPr>
          <a:xfrm>
            <a:off x="1685075" y="3465953"/>
            <a:ext cx="144438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Teste: 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Validar os protótipos com usuários reais para entender o que funciona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o que precisa melhorar.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aplicar: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Sessões de teste com feedback gravado ou documentado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Testes de usabilidade com roteiro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Observação da interação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e76fa5d52_0_7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4e76fa5d52_0_7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g34e76fa5d52_0_7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4e76fa5d52_0_7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7" name="Google Shape;167;g34e76fa5d52_0_7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4e76fa5d52_0_7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4e76fa5d52_0_71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g34e76fa5d52_0_7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4e76fa5d52_0_71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Etapas Do Design Thinking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e76fa5d52_0_71"/>
          <p:cNvSpPr txBox="1"/>
          <p:nvPr/>
        </p:nvSpPr>
        <p:spPr>
          <a:xfrm>
            <a:off x="1685075" y="3465953"/>
            <a:ext cx="14443800" cy="6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Implementação: 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Transformar o protótipo ajustado em um produto real, codificado e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funcional.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Como aplicar:</a:t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Planejamento de backlog (com o Trello)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Codificação em equipe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Testes finais de segurança e desempenho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Lançamento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e555ac9a0_0_10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4e555ac9a0_0_10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g34e555ac9a0_0_10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0" name="Google Shape;180;g34e555ac9a0_0_10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1" name="Google Shape;181;g34e555ac9a0_0_10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4e555ac9a0_0_10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g34e555ac9a0_0_105"/>
          <p:cNvSpPr txBox="1"/>
          <p:nvPr/>
        </p:nvSpPr>
        <p:spPr>
          <a:xfrm>
            <a:off x="2043300" y="962025"/>
            <a:ext cx="692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4e555ac9a0_0_10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4e555ac9a0_0_105"/>
          <p:cNvSpPr txBox="1"/>
          <p:nvPr/>
        </p:nvSpPr>
        <p:spPr>
          <a:xfrm>
            <a:off x="2043300" y="1189050"/>
            <a:ext cx="1567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4e555ac9a0_0_105"/>
          <p:cNvSpPr txBox="1"/>
          <p:nvPr/>
        </p:nvSpPr>
        <p:spPr>
          <a:xfrm>
            <a:off x="1685075" y="3465953"/>
            <a:ext cx="1444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 Thinking =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Abordagem centrada no ser humano para criar soluções criativas, funcionais e desejáveis.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Empatia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Entender as necessidades, dores e comportamentos reais do usuário.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Definição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Analisar informações e identificar o verdadeiro problema a ser resolvido.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Ideação =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Gerar várias ideias possíveis sem julgamentos, usando criatividade.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Prototipação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Transformar ideias em modelos visuais ou interativos para testar.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 = 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Coletar feedback real sobre os protótipos e fazer melhorias.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Implementação =</a:t>
            </a:r>
            <a:r>
              <a:rPr b="0" i="0" lang="en-U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Desenvolver e lançar a solução final com base no que foi validado.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5" name="Google Shape;195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g3494324d29f_0_343"/>
          <p:cNvSpPr txBox="1"/>
          <p:nvPr/>
        </p:nvSpPr>
        <p:spPr>
          <a:xfrm>
            <a:off x="1685075" y="3542151"/>
            <a:ext cx="14443800" cy="12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BROWN, Tim.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Thinking: uma metodologia poderosa para decretar o fim das velhas ideias.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Rio de Janeiro: Elsevier, 2010.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IDEO.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Design Thinking Toolkit for Educators.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em: https://designthinking.ideo.com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DAM, Rikke Friis; SIANG, Teo Yu.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What is Design Thinking? Interaction Design Foundation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2020. Disponível em: https://www.interaction-design.org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SEBRAE.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Thinking na prática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Disponível em: https://www.sebrae.com.br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494324d29f_0_343"/>
          <p:cNvSpPr txBox="1"/>
          <p:nvPr/>
        </p:nvSpPr>
        <p:spPr>
          <a:xfrm>
            <a:off x="2043309" y="962025"/>
            <a:ext cx="76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DESIGN THINKING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09" name="Google Shape;209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12" name="Google Shape;212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15" name="Google Shape;215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18" name="Google Shape;218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20" name="Google Shape;220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22" name="Google Shape;22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