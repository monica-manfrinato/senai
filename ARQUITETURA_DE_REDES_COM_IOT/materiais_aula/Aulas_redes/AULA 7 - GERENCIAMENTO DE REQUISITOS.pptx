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Poppi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kv+3FTDowF4ri6cPGLQQ9yjn/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2801" y="4556700"/>
            <a:ext cx="171735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GERENCIAMENTO DE REQUISITOS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t/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GERENCIAMENTO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Gerenciamento de Requisitos?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685075" y="3237353"/>
            <a:ext cx="144438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Gerenciar requisitos é garantir: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Controle: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Garantir que os requisitos estejam organizados e sob responsabilidade definida.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Rastreabilidade: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Possibilita acompanhar a origem, evolução e destino de cada requisito.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Atualização constante ao longo do projeto: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revisar e adaptar requisitos conforme novas decisões.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Perda de informações: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Evitada ao documentar e registrar tudo de forma formal e acessível.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Melhora a comunicação entre equipe e cliente: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Facilita o alinhamento de expectativas e evita retrabalho.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Sistema de biblioteca – controlar cadastro de livros e relatórios.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494324d29f_0_182"/>
          <p:cNvSpPr txBox="1"/>
          <p:nvPr/>
        </p:nvSpPr>
        <p:spPr>
          <a:xfrm>
            <a:off x="1685075" y="3542151"/>
            <a:ext cx="14443800" cy="9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Gerenciamento de Requisitos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Controle dos requisitos ao longo do projeto, mantendo organização, rastreabilidade e comunicação clara com os envolvidos.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Gestão de Mudanças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Processo que permite registrar, avaliar e aprovar alterações nos requisitos, garantindo que as mudanças sejam controladas e documentadas.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Validação de Requisitos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Etapa que confirma com o cliente se os requisitos levantados correspondem ao que ele realmente precisa, antes do início do desenvolvimento.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94324d29f_0_182"/>
          <p:cNvSpPr txBox="1"/>
          <p:nvPr/>
        </p:nvSpPr>
        <p:spPr>
          <a:xfrm>
            <a:off x="2043309" y="962025"/>
            <a:ext cx="7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GERENCIAMENTO DE REQUISITOS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494324d29f_0_343"/>
          <p:cNvSpPr txBox="1"/>
          <p:nvPr/>
        </p:nvSpPr>
        <p:spPr>
          <a:xfrm>
            <a:off x="1685075" y="3542151"/>
            <a:ext cx="14443800" cy="13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SOMMERVILLE, Ian.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Engenharia de Software. 10. ed. São Paulo: Pearson, 2020.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Capítulo 4: Requisitos de Software (p. 67-98).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PRESSMAN, Roger S.; MAXIM, Bruce R.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Engenharia de Software: Uma Abordagem Profissional. 8. ed. Porto Alegre: AMGH, 2016.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 5.3: Levantamento de Requisitos (p. 120-135).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Associação Brasileira de Normas Técnicas (ABNT).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 12207:2021 – Processos de Ciclo de Vida de Software.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ISO/IEC/IEEE 29148:2018 – Engenharia de Requisitos.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IBM.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Requirements Engineering: Best Practices. 2023.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https://www.ibm.com/br-pt/topics/requirements-engineering.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494324d29f_0_343"/>
          <p:cNvSpPr txBox="1"/>
          <p:nvPr/>
        </p:nvSpPr>
        <p:spPr>
          <a:xfrm>
            <a:off x="2043309" y="962025"/>
            <a:ext cx="76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GERENCIAMENTO DE REQUISITOS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139" name="Google Shape;139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145" name="Google Shape;145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148" name="Google Shape;148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50" name="Google Shape;150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