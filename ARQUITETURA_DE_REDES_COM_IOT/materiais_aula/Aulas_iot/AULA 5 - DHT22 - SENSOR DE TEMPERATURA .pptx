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4N6tZQUEhTBUYBF8Pqk2ToDPb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6fcbf387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56fcbf3874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90f884fe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590f884fe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90f884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590f884f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90f884fe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590f884fee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90f884fe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590f884fee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90f884fe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590f884fee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90f884fe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590f884fee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90f884fee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590f884fee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90f884fee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590f884fee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90f884fe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590f884fee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90f884fe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3590f884fee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90f884fee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590f884fee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okwi.com/projects/431042096545212417" TargetMode="External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374310" y="4480500"/>
            <a:ext cx="96918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fcbf3874_0_3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56fcbf3874_0_3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56fcbf3874_0_33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56fcbf3874_0_33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56fcbf3874_0_3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56fcbf3874_0_3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56fcbf3874_0_339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é</a:t>
            </a: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g356fcbf3874_0_339"/>
          <p:cNvSpPr txBox="1"/>
          <p:nvPr/>
        </p:nvSpPr>
        <p:spPr>
          <a:xfrm>
            <a:off x="1685075" y="3542150"/>
            <a:ext cx="15405300" cy="3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DHT22 é um sensor que mede a temperatura e a umidade do ambiente de forma digital. Ele é amplamente utilizado em projetos de automação residencial, monitoramento climático e estações meteorológicas.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56fcbf3874_0_33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56fcbf3874_0_339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g356fcbf3874_0_339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g356fcbf3874_0_339" title="57b2f62-g01_a_alicdn_com_kf_HTB1mQiQJVXXXXX9apXXq6xXFXXXm_2016-New-3Pcs-Lot-DHT22-AM2302-Digital-Temperature-Humidity-Sensor-Temperature-and-humidity-Module-Replacement-SHT11_jp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9028" y="4940626"/>
            <a:ext cx="7327224" cy="530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90f884fee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590f884fee_0_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g3590f884fee_0_1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g3590f884fee_0_1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3" name="Google Shape;113;g3590f884fee_0_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3590f884fee_0_1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g3590f884fee_0_15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preciso para ligar?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590f884fee_0_15"/>
          <p:cNvSpPr txBox="1"/>
          <p:nvPr/>
        </p:nvSpPr>
        <p:spPr>
          <a:xfrm>
            <a:off x="1685075" y="3542150"/>
            <a:ext cx="15405300" cy="59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Componentes necessários: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Sensor DHT22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10kΩ (pode ser usado entre o VCC e o pino de dados se necessário)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Portas usadas: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Pino de dados conectado a uma GPIO do Raspberry Pi Pico (por exemplo, GP15)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Bibliotecas necessárias: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dht (já integrada em MicroPython no Wokwi)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590f884fee_0_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590f884fee_0_15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g3590f884fee_0_15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90f884fee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590f884fee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g3590f884fee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7" name="Google Shape;127;g3590f884fee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8" name="Google Shape;128;g3590f884fee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g3590f884fee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g3590f884fee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590f884fee_0_0"/>
          <p:cNvSpPr txBox="1"/>
          <p:nvPr/>
        </p:nvSpPr>
        <p:spPr>
          <a:xfrm>
            <a:off x="2043300" y="1112850"/>
            <a:ext cx="1504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Conexão com o RASPBERRY PI PICO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g3590f884fee_0_0"/>
          <p:cNvSpPr txBox="1"/>
          <p:nvPr/>
        </p:nvSpPr>
        <p:spPr>
          <a:xfrm>
            <a:off x="1685075" y="3542150"/>
            <a:ext cx="15405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VCC do DHT22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3V3 (OUT) do Raspberry Pi Pico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GND do DHT22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GND do Raspberry Pi Pico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do DHT22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GP15 do Raspberry Pi Pico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g3590f884fee_0_0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g3590f884fee_0_0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3590f884fee_0_0"/>
          <p:cNvPicPr preferRelativeResize="0"/>
          <p:nvPr/>
        </p:nvPicPr>
        <p:blipFill rotWithShape="1">
          <a:blip r:embed="rId6">
            <a:alphaModFix/>
          </a:blip>
          <a:srcRect b="5806" l="6158" r="3278" t="7395"/>
          <a:stretch/>
        </p:blipFill>
        <p:spPr>
          <a:xfrm>
            <a:off x="5897750" y="5025106"/>
            <a:ext cx="6492500" cy="4986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90f884fee_0_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590f884fee_0_3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g3590f884fee_0_3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g3590f884fee_0_3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4" name="Google Shape;144;g3590f884fee_0_3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g3590f884fee_0_3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g3590f884fee_0_30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Testando o Sensor DHT22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g3590f884fee_0_30"/>
          <p:cNvSpPr txBox="1"/>
          <p:nvPr/>
        </p:nvSpPr>
        <p:spPr>
          <a:xfrm>
            <a:off x="1685075" y="3542150"/>
            <a:ext cx="15405300" cy="7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Link de acesso </a:t>
            </a:r>
            <a:r>
              <a:rPr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ao Programa Teste no </a:t>
            </a:r>
            <a:r>
              <a:rPr b="1"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WOKWI</a:t>
            </a:r>
            <a:r>
              <a:rPr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u="sng">
                <a:solidFill>
                  <a:schemeClr val="hlink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  <a:hlinkClick r:id="rId5"/>
              </a:rPr>
              <a:t>https://wokwi.com/projects/431042096545212417</a:t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Explicação dos principais comandos novos: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DHT22(Pin(15))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cria um objeto sensor ligado ao pino GP15.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sensor.measure()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 uma nova medição.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sensor.temperature()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retorna a temperatura em graus Celsius.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sensor.humidity()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retorna a umidade relativa do ar (%).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sensor precisa de um intervalo mínimo entre leituras (por isso o sleep(2)).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g3590f884fee_0_3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590f884fee_0_30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90f884fee_0_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590f884fee_0_4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g3590f884fee_0_4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7" name="Google Shape;157;g3590f884fee_0_4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8" name="Google Shape;158;g3590f884fee_0_4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g3590f884fee_0_4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g3590f884fee_0_44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Display LCD 16x2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g3590f884fee_0_44"/>
          <p:cNvSpPr txBox="1"/>
          <p:nvPr/>
        </p:nvSpPr>
        <p:spPr>
          <a:xfrm>
            <a:off x="1685075" y="3542150"/>
            <a:ext cx="154053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Display LCD 16x2 permite exibir até 32 caracteres em duas linhas (16 por linha). É utilizado para mostrar informações como dados de sensores, mensagens ou menus interativos em projetos embarcados.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g3590f884fee_0_4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590f884fee_0_44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3590f884fee_0_44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g3590f884fee_0_44"/>
          <p:cNvPicPr preferRelativeResize="0"/>
          <p:nvPr/>
        </p:nvPicPr>
        <p:blipFill rotWithShape="1">
          <a:blip r:embed="rId6">
            <a:alphaModFix/>
          </a:blip>
          <a:srcRect b="0" l="0" r="0" t="50958"/>
          <a:stretch/>
        </p:blipFill>
        <p:spPr>
          <a:xfrm>
            <a:off x="9040824" y="5999356"/>
            <a:ext cx="7191327" cy="32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590f884fee_0_44"/>
          <p:cNvPicPr preferRelativeResize="0"/>
          <p:nvPr/>
        </p:nvPicPr>
        <p:blipFill rotWithShape="1">
          <a:blip r:embed="rId6">
            <a:alphaModFix/>
          </a:blip>
          <a:srcRect b="50960" l="2119" r="4107" t="2534"/>
          <a:stretch/>
        </p:blipFill>
        <p:spPr>
          <a:xfrm>
            <a:off x="1989875" y="6089750"/>
            <a:ext cx="6743350" cy="30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90f884fee_0_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590f884fee_0_5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g3590f884fee_0_5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4" name="Google Shape;174;g3590f884fee_0_5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5" name="Google Shape;175;g3590f884fee_0_5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g3590f884fee_0_5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590f884fee_0_58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ligar o Display LCD 16x2?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g3590f884fee_0_58"/>
          <p:cNvSpPr txBox="1"/>
          <p:nvPr/>
        </p:nvSpPr>
        <p:spPr>
          <a:xfrm>
            <a:off x="1685075" y="3313550"/>
            <a:ext cx="15405300" cy="6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Componentes necessários: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Display LCD 16x2 com módulo I2C acoplad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Portas usadas (I2C padrão no Raspberry Pi Pico):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SDA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GP0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GP1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Bibliotecas necessárias: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machine, utime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i2c_lcd.py (controla o display via I2C)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lcd_api.py (biblioteca base para displays LCD)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g3590f884fee_0_5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590f884fee_0_58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g3590f884fee_0_58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90f884fee_0_1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590f884fee_0_11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g3590f884fee_0_11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9" name="Google Shape;189;g3590f884fee_0_11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0" name="Google Shape;190;g3590f884fee_0_11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g3590f884fee_0_11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g3590f884fee_0_112"/>
          <p:cNvSpPr txBox="1"/>
          <p:nvPr/>
        </p:nvSpPr>
        <p:spPr>
          <a:xfrm>
            <a:off x="2043300" y="1112850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Conexão com o RASPBERRY PI PICO (Display LCD 16x2)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g3590f884fee_0_112"/>
          <p:cNvSpPr txBox="1"/>
          <p:nvPr/>
        </p:nvSpPr>
        <p:spPr>
          <a:xfrm>
            <a:off x="1685075" y="3313550"/>
            <a:ext cx="154053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VCC do módulo I2C → 5V do Pico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GND do módulo I2C → GND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SDA do módulo I2C → GP16 (Pino físico 1)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SCL do módulo I2C → GP17 (Pino físico 2)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g3590f884fee_0_11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590f884fee_0_112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g3590f884fee_0_112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g3590f884fee_0_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76479" y="3346275"/>
            <a:ext cx="5729999" cy="6500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5" name="Google Shape;205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6" name="Google Shape;206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g3494324d29f_0_182"/>
          <p:cNvSpPr txBox="1"/>
          <p:nvPr/>
        </p:nvSpPr>
        <p:spPr>
          <a:xfrm>
            <a:off x="1456475" y="3313550"/>
            <a:ext cx="156147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DHT22 =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Sensor que mede a temperatura e a umidade do ar, transmitindo os dados digitalmente.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Display LCD 16x2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Tela que mostra até 32 caracteres, ideal para exibir informações de sensores.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LCD I2C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Display que usa o protocolo I2C e precisa de apenas 2 fios de dados para mostrar até 32 caracteres.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sz="2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494324d29f_0_182"/>
          <p:cNvSpPr txBox="1"/>
          <p:nvPr/>
        </p:nvSpPr>
        <p:spPr>
          <a:xfrm>
            <a:off x="2043303" y="962025"/>
            <a:ext cx="446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90f884fee_0_245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590f884fee_0_245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g3590f884fee_0_245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g3590f884fee_0_245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590f884fee_0_245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590f884fee_0_24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" name="Google Shape;222;g3590f884fee_0_245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23" name="Google Shape;223;g3590f884fee_0_24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g3590f884fee_0_24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g3590f884fee_0_245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1 – Mostrar Temperatura no Serial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g3590f884fee_0_245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590f884fee_0_245"/>
          <p:cNvSpPr txBox="1"/>
          <p:nvPr/>
        </p:nvSpPr>
        <p:spPr>
          <a:xfrm>
            <a:off x="3611450" y="2996700"/>
            <a:ext cx="144090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Utilizar o sensor DHT22 para mostrar a temperatura apenas na comunicação serial.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g3590f884fee_0_245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DTH22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g3590f884fee_0_245"/>
          <p:cNvSpPr txBox="1"/>
          <p:nvPr/>
        </p:nvSpPr>
        <p:spPr>
          <a:xfrm>
            <a:off x="3611475" y="3879700"/>
            <a:ext cx="14476200" cy="6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Sensor DHT22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Conceitos: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Comunicação Serial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Sensor DHT22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Monte o circuito com o DHT22.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Programe para medir a temperatura e exibir no console serial a cada 2 segundos.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90f884fee_0_262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590f884fee_0_262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g3590f884fee_0_262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g3590f884fee_0_262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590f884fee_0_262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590f884fee_0_26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g3590f884fee_0_262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41" name="Google Shape;241;g3590f884fee_0_26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3590f884fee_0_26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g3590f884fee_0_262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2 – Mostrar Temperatura no Display LCD 16x2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g3590f884fee_0_262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590f884fee_0_262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Utilizar o sensor DHT22 para exibir a temperatura no Display LCD.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g3590f884fee_0_262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DTH22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g3590f884fee_0_262"/>
          <p:cNvSpPr txBox="1"/>
          <p:nvPr/>
        </p:nvSpPr>
        <p:spPr>
          <a:xfrm>
            <a:off x="3611475" y="3422500"/>
            <a:ext cx="14476200" cy="7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Sensor DHT22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Display LCD 16x2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Potenciômetro 10kΩ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Conceitos: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Sensor DHT22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Display LCD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Monte o circuito.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Exiba continuamente a temperatura atualizada no Display.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90f884fee_0_27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590f884fee_0_279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g3590f884fee_0_27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g3590f884fee_0_27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590f884fee_0_279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590f884fee_0_27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" name="Google Shape;258;g3590f884fee_0_279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59" name="Google Shape;259;g3590f884fee_0_27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g3590f884fee_0_27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g3590f884fee_0_279"/>
          <p:cNvSpPr txBox="1"/>
          <p:nvPr/>
        </p:nvSpPr>
        <p:spPr>
          <a:xfrm>
            <a:off x="3611475" y="2570775"/>
            <a:ext cx="1476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3 – Mostrar Umidade no Display LCD 16x2 com botão de alternância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g3590f884fee_0_279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590f884fee_0_279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Usar um Push Button para alternar entre exibir temperatura e umidade no Display.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g3590f884fee_0_279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DTH22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g3590f884fee_0_279"/>
          <p:cNvSpPr txBox="1"/>
          <p:nvPr/>
        </p:nvSpPr>
        <p:spPr>
          <a:xfrm>
            <a:off x="3611475" y="3498700"/>
            <a:ext cx="144762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adicionais: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Push Button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10kΩ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pressionar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botão: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Primeira vez: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mostrar Temperatura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Segunda vez: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mostrar Umidade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assim alternadamente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90f884fee_0_296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590f884fee_0_296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g3590f884fee_0_296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g3590f884fee_0_296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590f884fee_0_296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590f884fee_0_29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g3590f884fee_0_296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77" name="Google Shape;277;g3590f884fee_0_29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g3590f884fee_0_29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g3590f884fee_0_296"/>
          <p:cNvSpPr txBox="1"/>
          <p:nvPr/>
        </p:nvSpPr>
        <p:spPr>
          <a:xfrm>
            <a:off x="3611472" y="2570775"/>
            <a:ext cx="140037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4 – Controle de brilho do LED com base na temperatura (PWM)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g3590f884fee_0_296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590f884fee_0_296"/>
          <p:cNvSpPr txBox="1"/>
          <p:nvPr/>
        </p:nvSpPr>
        <p:spPr>
          <a:xfrm>
            <a:off x="3611450" y="2996700"/>
            <a:ext cx="14409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Usar PWM para controlar o brilho de um LED de acordo com a temperatura medida pelo sensor DHT22.</a:t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g3590f884fee_0_296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DTH22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g3590f884fee_0_296"/>
          <p:cNvSpPr txBox="1"/>
          <p:nvPr/>
        </p:nvSpPr>
        <p:spPr>
          <a:xfrm>
            <a:off x="3611475" y="3803500"/>
            <a:ext cx="144762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adicionais: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LED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220Ω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LED deve ficar mais brilhante quando a temperatura estiver mais alta.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brilho é controlado por PWM, variando o duty cycle de acordo com a temperatura lida.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exemplo: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Abaixo de 20°C → brilho fraco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Entre 20ºC e abaixo de 31ºC → brilho médio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Acima de 30°C → brilho máximo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90f884fee_0_313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590f884fee_0_313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g3590f884fee_0_313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g3590f884fee_0_313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590f884fee_0_313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590f884fee_0_31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g3590f884fee_0_313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95" name="Google Shape;295;g3590f884fee_0_3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g3590f884fee_0_31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g3590f884fee_0_313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5 – Sistema de Alerta Visual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g3590f884fee_0_313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590f884fee_0_313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Integrar o DHT22, o Display e LEDs(ou RGB) para criar um alerta de temperatura.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g3590f884fee_0_313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DTH22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1" name="Google Shape;301;g3590f884fee_0_313"/>
          <p:cNvSpPr txBox="1"/>
          <p:nvPr/>
        </p:nvSpPr>
        <p:spPr>
          <a:xfrm>
            <a:off x="3611475" y="3574900"/>
            <a:ext cx="14476200" cy="56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adicionais: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LED Vermelho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LED Azul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LED Verde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Resistores 220Ω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Exibir a temperatura no LCD.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Controlar o LED: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Azul se temperatura &lt; 20°C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Verde entre 20°C e menor 31°C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Vermelho se temperatura &gt; 30°C.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9" name="Google Shape;309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10" name="Google Shape;310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g3494324d29f_0_343"/>
          <p:cNvSpPr txBox="1"/>
          <p:nvPr/>
        </p:nvSpPr>
        <p:spPr>
          <a:xfrm>
            <a:off x="1685075" y="3542150"/>
            <a:ext cx="15307500" cy="7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RASPBERRY PI FOUNDATION.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Raspberry Pi Pico Documentation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Cambridge, UK: Raspberry Pi Ltd., 2023. Disponível em: https://www.raspberrypi.com/documentation/microcontrollers/pico.html. Acesso em: 3 maio 2025.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BARENDSE, Ben.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Exploring Raspberry Pi Pico with MicroPython: A Hands-on Guide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1. ed. Independently published, 2022.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DATASHEET. AM2302 (DHT22) Digital Temperature and Humidity Sensor. AOSONG.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MicroPython Documentation: https://docs.micropython.org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Wokwi Simulations: https://wokwi.com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LCD 16x2 Datasheet. Hitachi HD44780U.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494324d29f_0_343"/>
          <p:cNvSpPr txBox="1"/>
          <p:nvPr/>
        </p:nvSpPr>
        <p:spPr>
          <a:xfrm>
            <a:off x="2043305" y="962025"/>
            <a:ext cx="55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DHT22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24" name="Google Shape;324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5" name="Google Shape;325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27" name="Google Shape;327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30" name="Google Shape;330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" name="Google Shape;332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33" name="Google Shape;333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5" name="Google Shape;335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6" name="Google Shape;336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37" name="Google Shape;33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